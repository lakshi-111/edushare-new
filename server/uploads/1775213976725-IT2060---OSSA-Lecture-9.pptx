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 id="2147483697" r:id="rId3"/>
    <p:sldMasterId id="2147483709" r:id="rId4"/>
    <p:sldMasterId id="2147483721" r:id="rId5"/>
    <p:sldMasterId id="2147483808" r:id="rId6"/>
  </p:sldMasterIdLst>
  <p:notesMasterIdLst>
    <p:notesMasterId r:id="rId42"/>
  </p:notesMasterIdLst>
  <p:sldIdLst>
    <p:sldId id="319" r:id="rId7"/>
    <p:sldId id="434" r:id="rId8"/>
    <p:sldId id="420" r:id="rId9"/>
    <p:sldId id="421" r:id="rId10"/>
    <p:sldId id="422" r:id="rId11"/>
    <p:sldId id="435" r:id="rId12"/>
    <p:sldId id="425" r:id="rId13"/>
    <p:sldId id="436" r:id="rId14"/>
    <p:sldId id="437" r:id="rId15"/>
    <p:sldId id="438" r:id="rId16"/>
    <p:sldId id="426" r:id="rId17"/>
    <p:sldId id="427" r:id="rId18"/>
    <p:sldId id="428" r:id="rId19"/>
    <p:sldId id="429" r:id="rId20"/>
    <p:sldId id="423" r:id="rId21"/>
    <p:sldId id="424" r:id="rId22"/>
    <p:sldId id="430" r:id="rId23"/>
    <p:sldId id="439" r:id="rId24"/>
    <p:sldId id="353" r:id="rId25"/>
    <p:sldId id="440" r:id="rId26"/>
    <p:sldId id="355" r:id="rId27"/>
    <p:sldId id="441" r:id="rId28"/>
    <p:sldId id="358" r:id="rId29"/>
    <p:sldId id="359" r:id="rId30"/>
    <p:sldId id="360" r:id="rId31"/>
    <p:sldId id="361" r:id="rId32"/>
    <p:sldId id="362" r:id="rId33"/>
    <p:sldId id="363" r:id="rId34"/>
    <p:sldId id="364" r:id="rId35"/>
    <p:sldId id="366" r:id="rId36"/>
    <p:sldId id="418" r:id="rId37"/>
    <p:sldId id="369" r:id="rId38"/>
    <p:sldId id="370" r:id="rId39"/>
    <p:sldId id="372" r:id="rId40"/>
    <p:sldId id="50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626809-E080-8BC5-2BF6-03023C1BD9BF}" v="1" dt="2024-02-12T22:58:46.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68" d="100"/>
          <a:sy n="68" d="100"/>
        </p:scale>
        <p:origin x="816" y="60"/>
      </p:cViewPr>
      <p:guideLst>
        <p:guide orient="horz" pos="2160"/>
        <p:guide pos="3840"/>
      </p:guideLst>
    </p:cSldViewPr>
  </p:slideViewPr>
  <p:outlineViewPr>
    <p:cViewPr>
      <p:scale>
        <a:sx n="33" d="100"/>
        <a:sy n="33" d="100"/>
      </p:scale>
      <p:origin x="0" y="-56958"/>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5BB0A-1CE7-476A-9EFC-97483FC3A26D}" type="datetimeFigureOut">
              <a:rPr lang="en-US" smtClean="0"/>
              <a:pPr/>
              <a:t>4/21/2024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C1292B-1FF3-4D4A-BEC3-EF4BA6519485}" type="slidenum">
              <a:rPr lang="en-US" smtClean="0"/>
              <a:pPr/>
              <a:t>‹#›</a:t>
            </a:fld>
            <a:endParaRPr lang="en-US"/>
          </a:p>
        </p:txBody>
      </p:sp>
    </p:spTree>
    <p:extLst>
      <p:ext uri="{BB962C8B-B14F-4D97-AF65-F5344CB8AC3E}">
        <p14:creationId xmlns:p14="http://schemas.microsoft.com/office/powerpoint/2010/main" val="2868149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5D0BB200-9F2F-4F9E-B072-F3310F9411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50C317-65EF-4344-AC2C-5866C7A1EDDD}"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27651" name="Rectangle 2">
            <a:extLst>
              <a:ext uri="{FF2B5EF4-FFF2-40B4-BE49-F238E27FC236}">
                <a16:creationId xmlns:a16="http://schemas.microsoft.com/office/drawing/2014/main" id="{FD512794-F31E-4C56-9224-4D4BF3D17A10}"/>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82E5052C-E3A9-49B4-9578-970E404DA7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CBF55229-C464-4D79-A48A-CDECD443C8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2456B23-60F6-4C56-8AA9-8F1DE413F9F6}"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29699" name="Rectangle 2">
            <a:extLst>
              <a:ext uri="{FF2B5EF4-FFF2-40B4-BE49-F238E27FC236}">
                <a16:creationId xmlns:a16="http://schemas.microsoft.com/office/drawing/2014/main" id="{4E672A91-CE39-46F5-96CB-CF7FE02BF1ED}"/>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0F9935D2-A581-4B29-97DF-F3999D3444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B1F35DC2-0DCE-4CEE-B8F5-DD4E70C4BA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9723182-6BF2-451C-BF3D-AC5876B7A628}"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31747" name="Rectangle 2">
            <a:extLst>
              <a:ext uri="{FF2B5EF4-FFF2-40B4-BE49-F238E27FC236}">
                <a16:creationId xmlns:a16="http://schemas.microsoft.com/office/drawing/2014/main" id="{EA0D4246-F60E-4F8B-B471-2F3588EADF5A}"/>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3ED5B658-E2F4-482C-B2FA-645C8D994B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1B23352A-5CEA-4272-88BE-F7406F0C26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0EE5C61-87AF-4007-B26D-6B0034A07505}"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33795" name="Rectangle 2">
            <a:extLst>
              <a:ext uri="{FF2B5EF4-FFF2-40B4-BE49-F238E27FC236}">
                <a16:creationId xmlns:a16="http://schemas.microsoft.com/office/drawing/2014/main" id="{000D8009-A37B-4CCF-9339-A9D320F44B97}"/>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46BFCC24-2795-4D82-931F-F04732ECAD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071E2296-36FE-408B-AE51-FF70052149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04D29A-4350-42FF-BEA9-2E2E456F462A}"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35843" name="Rectangle 2">
            <a:extLst>
              <a:ext uri="{FF2B5EF4-FFF2-40B4-BE49-F238E27FC236}">
                <a16:creationId xmlns:a16="http://schemas.microsoft.com/office/drawing/2014/main" id="{FC910B4E-04EE-46C6-AF97-C8880F235815}"/>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FDBA4986-223F-4B0C-81EE-035A2ADD59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D6A7900C-E130-4427-BDAA-D0FF8374C5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pPr>
            <a:fld id="{FA9F079F-D7D4-4369-9FB0-0C2AAAF17676}" type="slidenum">
              <a:rPr lang="en-AU" altLang="en-US"/>
              <a:pPr eaLnBrk="1" hangingPunct="1">
                <a:spcBef>
                  <a:spcPct val="0"/>
                </a:spcBef>
              </a:pPr>
              <a:t>7</a:t>
            </a:fld>
            <a:endParaRPr lang="en-AU" altLang="en-US"/>
          </a:p>
        </p:txBody>
      </p:sp>
      <p:sp>
        <p:nvSpPr>
          <p:cNvPr id="37891" name="Rectangle 2">
            <a:extLst>
              <a:ext uri="{FF2B5EF4-FFF2-40B4-BE49-F238E27FC236}">
                <a16:creationId xmlns:a16="http://schemas.microsoft.com/office/drawing/2014/main" id="{863F694B-94FC-4F9F-B9EF-029B94262FDE}"/>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A97702D1-E1B5-4940-A861-15E806C58F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A41DA061-83E7-42DA-A959-185900887A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001DAB0-F63C-446A-B7E9-1CE3A423A16D}"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41987" name="Rectangle 2">
            <a:extLst>
              <a:ext uri="{FF2B5EF4-FFF2-40B4-BE49-F238E27FC236}">
                <a16:creationId xmlns:a16="http://schemas.microsoft.com/office/drawing/2014/main" id="{4EBAFAE1-19A8-49B2-BA60-0C637CBD8C1C}"/>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80FAB524-6DF1-49A6-A041-14405299C3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21C2CA95-FF6F-49FF-B8A1-B6A94CCD37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pPr>
            <a:fld id="{ED766775-6392-4D0C-B545-99F870E6D1AB}" type="slidenum">
              <a:rPr lang="en-AU" altLang="en-US"/>
              <a:pPr eaLnBrk="1" hangingPunct="1">
                <a:spcBef>
                  <a:spcPct val="0"/>
                </a:spcBef>
              </a:pPr>
              <a:t>11</a:t>
            </a:fld>
            <a:endParaRPr lang="en-AU" altLang="en-US"/>
          </a:p>
        </p:txBody>
      </p:sp>
      <p:sp>
        <p:nvSpPr>
          <p:cNvPr id="44035" name="Rectangle 2">
            <a:extLst>
              <a:ext uri="{FF2B5EF4-FFF2-40B4-BE49-F238E27FC236}">
                <a16:creationId xmlns:a16="http://schemas.microsoft.com/office/drawing/2014/main" id="{F1629799-3157-4829-A784-7743D696A048}"/>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0B6B3591-706C-4065-9D11-073E70D1CE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A8B4597-3C26-47C2-ABCD-22C8D73AF4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pPr>
            <a:fld id="{49827EEC-65C2-40CB-96FB-9B3B63B30712}" type="slidenum">
              <a:rPr lang="en-AU" altLang="en-US"/>
              <a:pPr eaLnBrk="1" hangingPunct="1">
                <a:spcBef>
                  <a:spcPct val="0"/>
                </a:spcBef>
              </a:pPr>
              <a:t>12</a:t>
            </a:fld>
            <a:endParaRPr lang="en-AU" altLang="en-US"/>
          </a:p>
        </p:txBody>
      </p:sp>
      <p:sp>
        <p:nvSpPr>
          <p:cNvPr id="46083" name="Rectangle 2">
            <a:extLst>
              <a:ext uri="{FF2B5EF4-FFF2-40B4-BE49-F238E27FC236}">
                <a16:creationId xmlns:a16="http://schemas.microsoft.com/office/drawing/2014/main" id="{0B4FEA2F-923C-454A-9D9E-A82F982E8E90}"/>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FF970E19-885D-4F97-A4B1-7EA8FC7461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8BD2C63F-F162-47E9-8F3B-8AD658996B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pPr>
            <a:fld id="{18C9FBDD-3361-4F74-9AA4-5E3992638372}" type="slidenum">
              <a:rPr lang="en-AU" altLang="en-US"/>
              <a:pPr eaLnBrk="1" hangingPunct="1">
                <a:spcBef>
                  <a:spcPct val="0"/>
                </a:spcBef>
              </a:pPr>
              <a:t>13</a:t>
            </a:fld>
            <a:endParaRPr lang="en-AU" altLang="en-US"/>
          </a:p>
        </p:txBody>
      </p:sp>
      <p:sp>
        <p:nvSpPr>
          <p:cNvPr id="48131" name="Rectangle 2">
            <a:extLst>
              <a:ext uri="{FF2B5EF4-FFF2-40B4-BE49-F238E27FC236}">
                <a16:creationId xmlns:a16="http://schemas.microsoft.com/office/drawing/2014/main" id="{4E7673E1-B273-4B85-9111-03B36F23C5FC}"/>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661C71F-34E8-4E7B-AC4E-78BEE6AB78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72344433-7BEE-4F1B-A5C4-0E6E8FC92D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pPr>
            <a:fld id="{B55220B2-BBA1-4B10-934B-8247E96B5C8B}" type="slidenum">
              <a:rPr lang="en-AU" altLang="en-US"/>
              <a:pPr eaLnBrk="1" hangingPunct="1">
                <a:spcBef>
                  <a:spcPct val="0"/>
                </a:spcBef>
              </a:pPr>
              <a:t>14</a:t>
            </a:fld>
            <a:endParaRPr lang="en-AU" altLang="en-US"/>
          </a:p>
        </p:txBody>
      </p:sp>
      <p:sp>
        <p:nvSpPr>
          <p:cNvPr id="50179" name="Rectangle 2">
            <a:extLst>
              <a:ext uri="{FF2B5EF4-FFF2-40B4-BE49-F238E27FC236}">
                <a16:creationId xmlns:a16="http://schemas.microsoft.com/office/drawing/2014/main" id="{8BB616C3-EA11-4750-8C4A-FF35D7270C31}"/>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A3056D61-6842-4F69-9FAE-5753D539F8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3C870165-B162-4F1B-9290-F5763E401B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pPr>
            <a:fld id="{FD5895D0-735E-4384-B949-06B8FB2786D5}" type="slidenum">
              <a:rPr lang="en-AU" altLang="en-US"/>
              <a:pPr eaLnBrk="1" hangingPunct="1">
                <a:spcBef>
                  <a:spcPct val="0"/>
                </a:spcBef>
              </a:pPr>
              <a:t>15</a:t>
            </a:fld>
            <a:endParaRPr lang="en-AU" altLang="en-US"/>
          </a:p>
        </p:txBody>
      </p:sp>
      <p:sp>
        <p:nvSpPr>
          <p:cNvPr id="52227" name="Rectangle 2">
            <a:extLst>
              <a:ext uri="{FF2B5EF4-FFF2-40B4-BE49-F238E27FC236}">
                <a16:creationId xmlns:a16="http://schemas.microsoft.com/office/drawing/2014/main" id="{A4142D2F-A915-473F-86A5-E29EFDB73D31}"/>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C625EFFA-88DC-438A-959F-0E09F19E1C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175F38CD-1548-4515-9030-F97D77626D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pPr>
            <a:fld id="{C285EBC8-285C-4615-ADFE-948E7696F10F}" type="slidenum">
              <a:rPr lang="en-AU" altLang="en-US"/>
              <a:pPr eaLnBrk="1" hangingPunct="1">
                <a:spcBef>
                  <a:spcPct val="0"/>
                </a:spcBef>
              </a:pPr>
              <a:t>16</a:t>
            </a:fld>
            <a:endParaRPr lang="en-AU" altLang="en-US"/>
          </a:p>
        </p:txBody>
      </p:sp>
      <p:sp>
        <p:nvSpPr>
          <p:cNvPr id="54275" name="Rectangle 2">
            <a:extLst>
              <a:ext uri="{FF2B5EF4-FFF2-40B4-BE49-F238E27FC236}">
                <a16:creationId xmlns:a16="http://schemas.microsoft.com/office/drawing/2014/main" id="{76D1A7D7-18E8-442D-AB2E-E0AEC318AD41}"/>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B34127F5-8323-4ACC-8091-713FFF8DF7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8422049E-2AB8-4005-9BC3-B4CCB52AA5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pPr>
            <a:fld id="{04C44032-A4DF-4A6F-ABC9-AD959BCDC1D8}" type="slidenum">
              <a:rPr lang="en-AU" altLang="en-US"/>
              <a:pPr eaLnBrk="1" hangingPunct="1">
                <a:spcBef>
                  <a:spcPct val="0"/>
                </a:spcBef>
              </a:pPr>
              <a:t>17</a:t>
            </a:fld>
            <a:endParaRPr lang="en-AU" altLang="en-US"/>
          </a:p>
        </p:txBody>
      </p:sp>
      <p:sp>
        <p:nvSpPr>
          <p:cNvPr id="56323" name="Rectangle 2">
            <a:extLst>
              <a:ext uri="{FF2B5EF4-FFF2-40B4-BE49-F238E27FC236}">
                <a16:creationId xmlns:a16="http://schemas.microsoft.com/office/drawing/2014/main" id="{7D0035AE-DAF4-4B96-AD8D-6F297D9BE7F4}"/>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6B3D9E60-BE92-4814-B18A-B27EFAE7DF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56F0C3EB-7493-43E1-A66F-0523C9369B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0C918D-9979-41B6-929E-2FBA66EA6FA0}"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1899A0EC-1989-4E28-958A-DB2D2059F642}"/>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21F56569-A891-4E67-8730-DF7F33E3AD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032D73B-8741-45E2-8990-0C3E6D098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F77F2F-6393-40A4-9DA2-1A2A79A85D89}"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1481D6CB-64D5-4B70-BBE6-897CE87C8639}"/>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5BB723A8-50BC-465F-A9EE-064C7DC6BA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E3883D8A-6286-4F20-A95D-CE00441ED4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0380B2-2C8D-47C7-97E8-DADC456CF786}"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FDF7EDC0-6B32-4BE2-9B88-A5AA0E75D38A}"/>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2F792C32-4EE5-42F0-BB0E-2D8FEBFEF0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4E051E0B-99E1-46AE-8043-2792A025F4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9736469-D622-469E-A0A4-13E67B38F2D1}"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A5C7F201-9D72-4595-A80E-06AE1180DF9D}"/>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7D1DC35E-8A1A-41AB-AECE-B16B488867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3DBE1843-0291-4872-BE02-9D3F5D2268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C0F8A6-2D87-4B60-B5BE-33943FA26F7D}"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70659" name="Rectangle 2">
            <a:extLst>
              <a:ext uri="{FF2B5EF4-FFF2-40B4-BE49-F238E27FC236}">
                <a16:creationId xmlns:a16="http://schemas.microsoft.com/office/drawing/2014/main" id="{0FAB3A23-C8C8-4441-8F32-EECDD5B56920}"/>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B5FD5E0C-66B6-4B9F-B400-73F4F2FF54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80F5DDE4-AECB-4596-9564-AA086C5B58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531FAB2-6AA6-4B82-B4DB-A368AAEBBFCD}"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72707" name="Rectangle 2">
            <a:extLst>
              <a:ext uri="{FF2B5EF4-FFF2-40B4-BE49-F238E27FC236}">
                <a16:creationId xmlns:a16="http://schemas.microsoft.com/office/drawing/2014/main" id="{A903A29A-D433-4428-B4D6-9E2F1BB3A5C4}"/>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4AB74BBE-2F39-4F6E-B963-BE0566DEAD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1E90CC7A-2BD0-4A09-8C6A-986D012F21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CC60C6-4B49-46BB-9000-F110E502BFA7}"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74755" name="Rectangle 2">
            <a:extLst>
              <a:ext uri="{FF2B5EF4-FFF2-40B4-BE49-F238E27FC236}">
                <a16:creationId xmlns:a16="http://schemas.microsoft.com/office/drawing/2014/main" id="{3F741798-377C-4FB3-B04F-AB473DB320CB}"/>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1AB7261C-56BD-45F6-9276-EED0EA7F27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11D54446-FBD9-45A0-AEBC-44A24FA0D2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A06D10-C253-444C-B38E-F58426068ACE}"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76803" name="Rectangle 2">
            <a:extLst>
              <a:ext uri="{FF2B5EF4-FFF2-40B4-BE49-F238E27FC236}">
                <a16:creationId xmlns:a16="http://schemas.microsoft.com/office/drawing/2014/main" id="{2D4FC651-F13F-4C9D-89F4-FFB60FCB3449}"/>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FF0A9B69-AEBB-474B-8AEE-E206AA4F87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E272A19D-5810-4EAB-96A8-9B3096B620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2C24F93-04CA-4A46-B952-376F48E9277C}"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F9A9AA2B-6271-4AE6-94B3-C2D67D7F770C}"/>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F9FF1D85-005E-4FFD-83BF-BDD4F9AFD1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4C2E0336-2E1C-4EED-991A-87F4E6A995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6808C9-AAA3-42DB-9DC8-8B57DE1B89EB}"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F1EC8CA9-515C-4080-9819-8EF9B62DE8D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9A977B18-C8AB-458C-8B08-24952A3BC3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605A331-991B-48C2-AB48-21C62423FF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6190E6-6D5F-4CF4-AE32-DC7DD03B5BF7}"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2B9B2867-B29A-40F8-A8A1-58DC26FE3932}"/>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CD46F108-0677-49F1-9DD6-CA2A9325B0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6B30C482-E143-4B93-BFBD-1422F94964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98103B-F1D3-43BB-AD85-9FD74C6DBDB0}"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A955575A-5C01-42E7-ABB7-1ACC574F19E6}"/>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F15F5AF0-E88D-48E4-8C0C-164E257490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021C7488-B79D-4492-B4DF-B213BC6DA4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D8E851-1705-46FA-9F92-65B285538CAC}"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A809EFD9-9BA2-4DE5-A6B2-CF12F785E56E}"/>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EFB81021-1CFD-48B5-B00B-DAA51D9327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9C3E386-A920-4D2F-A88A-0A2B80B972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D132E40-A6A1-4108-8794-F3B0E2323BBB}"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B9F5C450-1A8E-4A31-9A72-24737FD5C3BA}"/>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845AABE2-FB15-4E8A-B073-AF3E76E4E9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D4CC8FF7-A6FB-4F80-89F1-D4007168FD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F393894-30B1-493C-AD1F-AC30B49366D8}"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95235" name="Rectangle 2">
            <a:extLst>
              <a:ext uri="{FF2B5EF4-FFF2-40B4-BE49-F238E27FC236}">
                <a16:creationId xmlns:a16="http://schemas.microsoft.com/office/drawing/2014/main" id="{B0255ED4-A2BB-4898-B920-0DBA5AEDA9BA}"/>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A7B79679-6D12-472D-B33B-F5B08FFE0B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EFC1C6C4-0746-476E-B83B-DAAB27B9A0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4411E21-1357-45E1-874E-5FEF4F130683}"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8A9A16CC-5BE0-45AA-859D-AEFD320629DC}"/>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99A32D10-7335-4A62-A385-A9059D6AFA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81D0A625-568B-4AAD-A61E-EFC0744DF2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916135-0781-4290-A3F6-326A9C399B17}"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06743053-17E7-4781-B82D-952FA156BDF8}"/>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D08DC134-1C98-4E9A-A4BD-E4CF9E2ABA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1EEF7828-B2C2-6249-ACC8-7F26D02698E9}"/>
              </a:ext>
            </a:extLst>
          </p:cNvPr>
          <p:cNvPicPr>
            <a:picLocks noChangeAspect="1"/>
          </p:cNvPicPr>
          <p:nvPr/>
        </p:nvPicPr>
        <p:blipFill>
          <a:blip r:embed="rId2"/>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7" name="Text Placeholder 6">
            <a:extLst>
              <a:ext uri="{FF2B5EF4-FFF2-40B4-BE49-F238E27FC236}">
                <a16:creationId xmlns:a16="http://schemas.microsoft.com/office/drawing/2014/main" id="{4FDA9DA1-CE52-8443-B8D6-E23FE3EF4E9F}"/>
              </a:ext>
            </a:extLst>
          </p:cNvPr>
          <p:cNvSpPr>
            <a:spLocks noGrp="1"/>
          </p:cNvSpPr>
          <p:nvPr>
            <p:ph type="body" sz="quarter" idx="13" hasCustomPrompt="1"/>
          </p:nvPr>
        </p:nvSpPr>
        <p:spPr>
          <a:xfrm>
            <a:off x="3383201" y="2196789"/>
            <a:ext cx="7195151" cy="815352"/>
          </a:xfr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pic>
        <p:nvPicPr>
          <p:cNvPr id="16" name="Picture 15" descr="A close up of a sign&#10;&#10;Description automatically generated">
            <a:extLst>
              <a:ext uri="{FF2B5EF4-FFF2-40B4-BE49-F238E27FC236}">
                <a16:creationId xmlns:a16="http://schemas.microsoft.com/office/drawing/2014/main" id="{A6374280-EE02-3945-8F18-DCD500B9C199}"/>
              </a:ext>
            </a:extLst>
          </p:cNvPr>
          <p:cNvPicPr>
            <a:picLocks noChangeAspect="1"/>
          </p:cNvPicPr>
          <p:nvPr/>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D939BDE5-D244-FF40-80F2-B60858EDCFD4}"/>
              </a:ext>
            </a:extLst>
          </p:cNvPr>
          <p:cNvSpPr>
            <a:spLocks noGrp="1"/>
          </p:cNvSpPr>
          <p:nvPr>
            <p:ph type="body" sz="quarter" idx="14" hasCustomPrompt="1"/>
          </p:nvPr>
        </p:nvSpPr>
        <p:spPr>
          <a:xfrm>
            <a:off x="3904908" y="3217206"/>
            <a:ext cx="7195151" cy="1991724"/>
          </a:xfr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
        <p:nvSpPr>
          <p:cNvPr id="8" name="Rectangle 7">
            <a:extLst>
              <a:ext uri="{FF2B5EF4-FFF2-40B4-BE49-F238E27FC236}">
                <a16:creationId xmlns:a16="http://schemas.microsoft.com/office/drawing/2014/main" id="{9900B0C4-D834-533E-8410-24B5245B8216}"/>
              </a:ext>
            </a:extLst>
          </p:cNvPr>
          <p:cNvSpPr/>
          <p:nvPr userDrawn="1"/>
        </p:nvSpPr>
        <p:spPr>
          <a:xfrm>
            <a:off x="9183189" y="-136979"/>
            <a:ext cx="2937691" cy="19917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795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8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600">
                <a:latin typeface="Times New Roman" panose="02020603050405020304" pitchFamily="18" charset="0"/>
                <a:cs typeface="Times New Roman" panose="02020603050405020304" pitchFamily="18" charset="0"/>
              </a:defRPr>
            </a:lvl1pPr>
            <a:lvl2pPr>
              <a:defRPr sz="3200">
                <a:latin typeface="Times New Roman" panose="02020603050405020304" pitchFamily="18" charset="0"/>
                <a:cs typeface="Times New Roman" panose="02020603050405020304" pitchFamily="18" charset="0"/>
              </a:defRPr>
            </a:lvl2pPr>
            <a:lvl3pPr>
              <a:defRPr sz="28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p:txBody>
          <a:bodyPr/>
          <a:lstStyle/>
          <a:p>
            <a:r>
              <a:rPr lang="en-US"/>
              <a:t>SLIIT</a:t>
            </a:r>
            <a:endParaRPr lang="en-US" dirty="0"/>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
        <p:nvSpPr>
          <p:cNvPr id="7" name="TextBox 6">
            <a:extLst>
              <a:ext uri="{FF2B5EF4-FFF2-40B4-BE49-F238E27FC236}">
                <a16:creationId xmlns:a16="http://schemas.microsoft.com/office/drawing/2014/main" id="{24E8894B-F143-B1E8-02E2-0B6FC762DCFA}"/>
              </a:ext>
            </a:extLst>
          </p:cNvPr>
          <p:cNvSpPr txBox="1"/>
          <p:nvPr userDrawn="1"/>
        </p:nvSpPr>
        <p:spPr>
          <a:xfrm>
            <a:off x="3431413" y="6488668"/>
            <a:ext cx="5662512" cy="369332"/>
          </a:xfrm>
          <a:prstGeom prst="rect">
            <a:avLst/>
          </a:prstGeom>
          <a:solidFill>
            <a:srgbClr val="003399"/>
          </a:solidFill>
        </p:spPr>
        <p:txBody>
          <a:bodyPr wrap="none" rtlCol="0">
            <a:spAutoFit/>
          </a:bodyPr>
          <a:lstStyle/>
          <a:p>
            <a:r>
              <a:rPr lang="en-US" dirty="0">
                <a:solidFill>
                  <a:schemeClr val="bg1"/>
                </a:solidFill>
              </a:rPr>
              <a:t>IE2061 | OSSA | Lecture 01  | Dr. Sanvitha Kasthuriarachchi</a:t>
            </a:r>
          </a:p>
        </p:txBody>
      </p:sp>
    </p:spTree>
    <p:extLst>
      <p:ext uri="{BB962C8B-B14F-4D97-AF65-F5344CB8AC3E}">
        <p14:creationId xmlns:p14="http://schemas.microsoft.com/office/powerpoint/2010/main" val="85663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a:xfrm>
            <a:off x="4038600" y="6089650"/>
            <a:ext cx="4114800" cy="365125"/>
          </a:xfrm>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56085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930D9-F92B-4783-BA8B-0186970236E5}" type="datetimeFigureOut">
              <a:rPr lang="en-US" smtClean="0"/>
              <a:pPr/>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042815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930D9-F92B-4783-BA8B-0186970236E5}" type="datetimeFigureOut">
              <a:rPr lang="en-US" smtClean="0"/>
              <a:pPr/>
              <a:t>4/21/2024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96527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3930D9-F92B-4783-BA8B-0186970236E5}" type="datetimeFigureOut">
              <a:rPr lang="en-US" smtClean="0"/>
              <a:pPr/>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899489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3930D9-F92B-4783-BA8B-0186970236E5}" type="datetimeFigureOut">
              <a:rPr lang="en-US" smtClean="0"/>
              <a:pPr/>
              <a:t>4/21/2024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85472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793305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139350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009813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478109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38453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4671-2548-9B4A-BC90-1ABE627594F5}"/>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dirty="0"/>
              <a:t>Click to edit Master title style</a:t>
            </a:r>
            <a:endParaRPr lang="x-none" dirty="0"/>
          </a:p>
        </p:txBody>
      </p:sp>
      <p:sp>
        <p:nvSpPr>
          <p:cNvPr id="3" name="Content Placeholder 2">
            <a:extLst>
              <a:ext uri="{FF2B5EF4-FFF2-40B4-BE49-F238E27FC236}">
                <a16:creationId xmlns:a16="http://schemas.microsoft.com/office/drawing/2014/main" id="{6C5569FD-E7A8-A74A-A927-2163C5DE8191}"/>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F2D0C97-F2BE-1F46-8DF3-8613C7F290AE}"/>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5" name="Footer Placeholder 4">
            <a:extLst>
              <a:ext uri="{FF2B5EF4-FFF2-40B4-BE49-F238E27FC236}">
                <a16:creationId xmlns:a16="http://schemas.microsoft.com/office/drawing/2014/main" id="{4AD5D1BA-4427-5F48-BCA8-775A2EAA8109}"/>
              </a:ext>
            </a:extLst>
          </p:cNvPr>
          <p:cNvSpPr>
            <a:spLocks noGrp="1"/>
          </p:cNvSpPr>
          <p:nvPr>
            <p:ph type="ftr" sz="quarter" idx="11"/>
          </p:nvPr>
        </p:nvSpPr>
        <p:spPr>
          <a:xfrm>
            <a:off x="4038600" y="5901531"/>
            <a:ext cx="4114800" cy="365125"/>
          </a:xfrm>
          <a:prstGeom prst="rect">
            <a:avLst/>
          </a:prstGeom>
        </p:spPr>
        <p:txBody>
          <a:bodyPr/>
          <a:lstStyle/>
          <a:p>
            <a:endParaRPr lang="x-none" dirty="0"/>
          </a:p>
        </p:txBody>
      </p:sp>
      <p:sp>
        <p:nvSpPr>
          <p:cNvPr id="6" name="Slide Number Placeholder 5">
            <a:extLst>
              <a:ext uri="{FF2B5EF4-FFF2-40B4-BE49-F238E27FC236}">
                <a16:creationId xmlns:a16="http://schemas.microsoft.com/office/drawing/2014/main" id="{A31FA457-CD19-7E42-BCE7-19B42ECF4BE3}"/>
              </a:ext>
            </a:extLst>
          </p:cNvPr>
          <p:cNvSpPr>
            <a:spLocks noGrp="1"/>
          </p:cNvSpPr>
          <p:nvPr>
            <p:ph type="sldNum" sz="quarter" idx="12"/>
          </p:nvPr>
        </p:nvSpPr>
        <p:spPr>
          <a:xfrm>
            <a:off x="11671300" y="5994400"/>
            <a:ext cx="431800" cy="365125"/>
          </a:xfrm>
          <a:prstGeom prst="rect">
            <a:avLst/>
          </a:prstGeom>
        </p:spPr>
        <p:txBody>
          <a:bodyPr/>
          <a:lstStyle/>
          <a:p>
            <a:fld id="{1369CC5A-799D-8E43-8032-7791EC7DE478}" type="slidenum">
              <a:rPr lang="x-none" smtClean="0"/>
              <a:t>‹#›</a:t>
            </a:fld>
            <a:endParaRPr lang="x-none" dirty="0"/>
          </a:p>
        </p:txBody>
      </p:sp>
    </p:spTree>
    <p:extLst>
      <p:ext uri="{BB962C8B-B14F-4D97-AF65-F5344CB8AC3E}">
        <p14:creationId xmlns:p14="http://schemas.microsoft.com/office/powerpoint/2010/main" val="1609531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28224-E7F2-D948-A75F-27BE76022D0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6A73274C-2B21-0E4A-A8E9-C4D4E96E6FA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2E7795-320A-AC41-9319-FA00A973BE9D}"/>
              </a:ext>
            </a:extLst>
          </p:cNvPr>
          <p:cNvSpPr>
            <a:spLocks noGrp="1"/>
          </p:cNvSpPr>
          <p:nvPr>
            <p:ph type="dt" sz="half" idx="10"/>
          </p:nvPr>
        </p:nvSpPr>
        <p:spPr/>
        <p:txBody>
          <a:bodyPr/>
          <a:lstStyle/>
          <a:p>
            <a:fld id="{A68CD59B-C6C2-C84A-A9B5-AB286FEC8FEA}" type="datetimeFigureOut">
              <a:rPr lang="x-none" smtClean="0"/>
              <a:t>4/21/2024</a:t>
            </a:fld>
            <a:endParaRPr lang="x-none" dirty="0"/>
          </a:p>
        </p:txBody>
      </p:sp>
      <p:sp>
        <p:nvSpPr>
          <p:cNvPr id="5" name="Footer Placeholder 4">
            <a:extLst>
              <a:ext uri="{FF2B5EF4-FFF2-40B4-BE49-F238E27FC236}">
                <a16:creationId xmlns:a16="http://schemas.microsoft.com/office/drawing/2014/main" id="{83C24889-94C4-FE4A-9EBD-FA34D0443B6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106BF730-9B59-8B4F-B1CD-A90E43E43ACB}"/>
              </a:ext>
            </a:extLst>
          </p:cNvPr>
          <p:cNvSpPr>
            <a:spLocks noGrp="1"/>
          </p:cNvSpPr>
          <p:nvPr>
            <p:ph type="sldNum" sz="quarter" idx="12"/>
          </p:nvPr>
        </p:nvSpPr>
        <p:spPr>
          <a:xfrm>
            <a:off x="9330266" y="6389688"/>
            <a:ext cx="2743200" cy="365125"/>
          </a:xfrm>
          <a:prstGeom prst="rect">
            <a:avLst/>
          </a:prstGeom>
        </p:spPr>
        <p:txBody>
          <a:bodyPr/>
          <a:lstStyle/>
          <a:p>
            <a:r>
              <a:rPr lang="en-US" dirty="0"/>
              <a:t>                                           </a:t>
            </a:r>
            <a:fld id="{1369CC5A-799D-8E43-8032-7791EC7DE478}" type="slidenum">
              <a:rPr lang="x-none" smtClean="0"/>
              <a:pPr/>
              <a:t>‹#›</a:t>
            </a:fld>
            <a:endParaRPr lang="x-none" dirty="0"/>
          </a:p>
        </p:txBody>
      </p:sp>
      <p:sp>
        <p:nvSpPr>
          <p:cNvPr id="7" name="Rectangle 6">
            <a:extLst>
              <a:ext uri="{FF2B5EF4-FFF2-40B4-BE49-F238E27FC236}">
                <a16:creationId xmlns:a16="http://schemas.microsoft.com/office/drawing/2014/main" id="{D8DA5DCF-7877-EA97-52FB-EF6DB1EDD45D}"/>
              </a:ext>
            </a:extLst>
          </p:cNvPr>
          <p:cNvSpPr/>
          <p:nvPr userDrawn="1"/>
        </p:nvSpPr>
        <p:spPr>
          <a:xfrm>
            <a:off x="9050867" y="0"/>
            <a:ext cx="3141133" cy="187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362B14-FE4E-1DA8-FA1D-6DD799952D09}"/>
              </a:ext>
            </a:extLst>
          </p:cNvPr>
          <p:cNvSpPr txBox="1"/>
          <p:nvPr userDrawn="1"/>
        </p:nvSpPr>
        <p:spPr>
          <a:xfrm>
            <a:off x="3420533" y="6389688"/>
            <a:ext cx="8161867" cy="400110"/>
          </a:xfrm>
          <a:prstGeom prst="rect">
            <a:avLst/>
          </a:prstGeom>
          <a:solidFill>
            <a:schemeClr val="accent1">
              <a:lumMod val="50000"/>
            </a:schemeClr>
          </a:solidFill>
          <a:ln>
            <a:noFill/>
          </a:ln>
        </p:spPr>
        <p:txBody>
          <a:bodyPr wrap="square" rtlCol="0">
            <a:spAutoFit/>
          </a:bodyPr>
          <a:lstStyle/>
          <a:p>
            <a:r>
              <a:rPr lang="en-US" sz="2000" dirty="0">
                <a:solidFill>
                  <a:schemeClr val="bg1"/>
                </a:solidFill>
              </a:rPr>
              <a:t>IT2060 | OSSA</a:t>
            </a:r>
          </a:p>
        </p:txBody>
      </p:sp>
    </p:spTree>
    <p:extLst>
      <p:ext uri="{BB962C8B-B14F-4D97-AF65-F5344CB8AC3E}">
        <p14:creationId xmlns:p14="http://schemas.microsoft.com/office/powerpoint/2010/main" val="687332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1C7E-F47F-A740-8161-500BA0D2CF1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347DE7F3-B809-3045-901F-BB37003309C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FCA977B-1B4C-1849-A510-DDB31D1A934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456FE30D-E1F2-764A-9FF3-4DDFE8D0F30A}"/>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6" name="Footer Placeholder 5">
            <a:extLst>
              <a:ext uri="{FF2B5EF4-FFF2-40B4-BE49-F238E27FC236}">
                <a16:creationId xmlns:a16="http://schemas.microsoft.com/office/drawing/2014/main" id="{E8037FC9-FF28-704F-8F73-3DCC03041845}"/>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C8239922-8FF3-334D-8AC6-167CC3ABD9D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725667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440F-30BD-EC47-8F28-28E35C0CED1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A69DA827-0A00-0648-B3C1-5EB6984BEF0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653E0A-ADA9-D640-8D2A-C335F0671C8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EAEB8E11-FD7A-4B4D-8CC4-981C10EC3E8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637FC6-D39A-6640-BEFD-A3934C1D67E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4B38863D-C098-2A48-85BA-53A743E6A2CB}"/>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8" name="Footer Placeholder 7">
            <a:extLst>
              <a:ext uri="{FF2B5EF4-FFF2-40B4-BE49-F238E27FC236}">
                <a16:creationId xmlns:a16="http://schemas.microsoft.com/office/drawing/2014/main" id="{858E1737-7D3B-AC4D-B2DE-7CAB5F1F0574}"/>
              </a:ext>
            </a:extLst>
          </p:cNvPr>
          <p:cNvSpPr>
            <a:spLocks noGrp="1"/>
          </p:cNvSpPr>
          <p:nvPr>
            <p:ph type="ftr" sz="quarter" idx="11"/>
          </p:nvPr>
        </p:nvSpPr>
        <p:spPr>
          <a:xfrm>
            <a:off x="4038600" y="6356350"/>
            <a:ext cx="4114800" cy="365125"/>
          </a:xfrm>
          <a:prstGeom prst="rect">
            <a:avLst/>
          </a:prstGeom>
        </p:spPr>
        <p:txBody>
          <a:bodyPr/>
          <a:lstStyle/>
          <a:p>
            <a:endParaRPr lang="x-none" dirty="0"/>
          </a:p>
        </p:txBody>
      </p:sp>
      <p:sp>
        <p:nvSpPr>
          <p:cNvPr id="9" name="Slide Number Placeholder 8">
            <a:extLst>
              <a:ext uri="{FF2B5EF4-FFF2-40B4-BE49-F238E27FC236}">
                <a16:creationId xmlns:a16="http://schemas.microsoft.com/office/drawing/2014/main" id="{36FC1A37-0D4F-1E44-AB54-2A9C08D720D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995377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0CF2-4FE2-0C4E-AEC9-EB428EBA2E4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B1089262-86FD-7942-AE17-870A15962E49}"/>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4" name="Footer Placeholder 3">
            <a:extLst>
              <a:ext uri="{FF2B5EF4-FFF2-40B4-BE49-F238E27FC236}">
                <a16:creationId xmlns:a16="http://schemas.microsoft.com/office/drawing/2014/main" id="{698D7CE8-E9C6-394E-9DAE-F509FDB9EE02}"/>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5" name="Slide Number Placeholder 4">
            <a:extLst>
              <a:ext uri="{FF2B5EF4-FFF2-40B4-BE49-F238E27FC236}">
                <a16:creationId xmlns:a16="http://schemas.microsoft.com/office/drawing/2014/main" id="{0AEAA6A5-D0FA-D541-A385-0FA4D8DE43C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512004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B41372-4AA9-3441-B767-BA047677001D}"/>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3" name="Footer Placeholder 2">
            <a:extLst>
              <a:ext uri="{FF2B5EF4-FFF2-40B4-BE49-F238E27FC236}">
                <a16:creationId xmlns:a16="http://schemas.microsoft.com/office/drawing/2014/main" id="{BEC336D2-6CA7-5E40-BEA6-53E1620E2268}"/>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4" name="Slide Number Placeholder 3">
            <a:extLst>
              <a:ext uri="{FF2B5EF4-FFF2-40B4-BE49-F238E27FC236}">
                <a16:creationId xmlns:a16="http://schemas.microsoft.com/office/drawing/2014/main" id="{C09F1234-6AFD-AA4B-B051-5E11EF96297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27861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361E-BD52-844C-8A6A-E222CA60094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74FF224-5B8F-DB4D-81C2-5F1D81FE3E0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D93F5B4C-BF1F-734B-BC03-36188B6CAE5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1B5693-0A12-1148-B9BA-7B0E67A43B28}"/>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6" name="Footer Placeholder 5">
            <a:extLst>
              <a:ext uri="{FF2B5EF4-FFF2-40B4-BE49-F238E27FC236}">
                <a16:creationId xmlns:a16="http://schemas.microsoft.com/office/drawing/2014/main" id="{0BA2E3EC-0501-DA47-9535-DE116BB8157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D50B25EA-A6C9-354B-8B1D-1EEAC246EE98}"/>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689182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0641-E214-4E42-B539-42FF88BF057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50E43784-F0EF-6F42-B7A0-9379BC2273F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E01D639B-E1B6-AD43-9162-E3F15504603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16F307-58F8-994F-98FB-536A4E056F21}"/>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6" name="Footer Placeholder 5">
            <a:extLst>
              <a:ext uri="{FF2B5EF4-FFF2-40B4-BE49-F238E27FC236}">
                <a16:creationId xmlns:a16="http://schemas.microsoft.com/office/drawing/2014/main" id="{37E646F2-FC06-4C49-B044-3A96AD8851C1}"/>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33C1C94D-A47C-FE48-BD38-11973AF91D94}"/>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6345684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7E0F-1F1B-A847-8BEA-0716D072CB9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4A535DE-2758-BE47-87AA-DA04AB40BFE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B130FD5-1ECF-064E-B6B3-F6EC46746EBA}"/>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5" name="Footer Placeholder 4">
            <a:extLst>
              <a:ext uri="{FF2B5EF4-FFF2-40B4-BE49-F238E27FC236}">
                <a16:creationId xmlns:a16="http://schemas.microsoft.com/office/drawing/2014/main" id="{80E3543A-6C83-194B-8589-B5C624CECD36}"/>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988BD9C0-70AE-A44A-8305-6C32BDB15C27}"/>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899811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C077D-2EDB-BC42-B959-CEA813812D7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40515B0-AD48-6E41-AC9E-DEC15DB568AD}"/>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26F8E1C-5EA0-3D4A-B64B-FD9A0F2E5DF3}"/>
              </a:ext>
            </a:extLst>
          </p:cNvPr>
          <p:cNvSpPr>
            <a:spLocks noGrp="1"/>
          </p:cNvSpPr>
          <p:nvPr>
            <p:ph type="dt" sz="half" idx="10"/>
          </p:nvPr>
        </p:nvSpPr>
        <p:spPr/>
        <p:txBody>
          <a:bodyPr/>
          <a:lstStyle/>
          <a:p>
            <a:fld id="{A68CD59B-C6C2-C84A-A9B5-AB286FEC8FEA}" type="datetimeFigureOut">
              <a:rPr lang="x-none" smtClean="0"/>
              <a:t>4/21/2024</a:t>
            </a:fld>
            <a:endParaRPr lang="x-none"/>
          </a:p>
        </p:txBody>
      </p:sp>
      <p:sp>
        <p:nvSpPr>
          <p:cNvPr id="5" name="Footer Placeholder 4">
            <a:extLst>
              <a:ext uri="{FF2B5EF4-FFF2-40B4-BE49-F238E27FC236}">
                <a16:creationId xmlns:a16="http://schemas.microsoft.com/office/drawing/2014/main" id="{90AC8324-3C92-E941-B869-105EBE245BEC}"/>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FC4F6284-20B3-0840-8AEA-87581B17CEAC}"/>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29073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9662070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descr="A close up of a sign&#10;&#10;Description automatically generated">
            <a:extLst>
              <a:ext uri="{FF2B5EF4-FFF2-40B4-BE49-F238E27FC236}">
                <a16:creationId xmlns:a16="http://schemas.microsoft.com/office/drawing/2014/main" id="{36E61CA8-E35C-2448-901A-D4F36D201251}"/>
              </a:ext>
            </a:extLst>
          </p:cNvPr>
          <p:cNvPicPr>
            <a:picLocks noChangeAspect="1"/>
          </p:cNvPicPr>
          <p:nvPr userDrawn="1"/>
        </p:nvPicPr>
        <p:blipFill>
          <a:blip r:embed="rId2"/>
          <a:stretch>
            <a:fillRect/>
          </a:stretch>
        </p:blipFill>
        <p:spPr>
          <a:xfrm>
            <a:off x="246773" y="303388"/>
            <a:ext cx="3406344" cy="1135448"/>
          </a:xfrm>
          <a:prstGeom prst="rect">
            <a:avLst/>
          </a:prstGeom>
        </p:spPr>
      </p:pic>
      <p:sp>
        <p:nvSpPr>
          <p:cNvPr id="13" name="Text Placeholder 6">
            <a:extLst>
              <a:ext uri="{FF2B5EF4-FFF2-40B4-BE49-F238E27FC236}">
                <a16:creationId xmlns:a16="http://schemas.microsoft.com/office/drawing/2014/main" id="{2F6304E1-D957-4548-8D94-C8F685FDBEAD}"/>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2949BD21-1F58-F74D-9D98-21A3ADDDC79B}"/>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4880260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5DFE-D4AA-884A-B0AF-909119139979}"/>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573A78A9-BE45-8147-A585-E8BF901F42B9}"/>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dirty="0"/>
          </a:p>
        </p:txBody>
      </p:sp>
      <p:sp>
        <p:nvSpPr>
          <p:cNvPr id="4" name="Date Placeholder 3">
            <a:extLst>
              <a:ext uri="{FF2B5EF4-FFF2-40B4-BE49-F238E27FC236}">
                <a16:creationId xmlns:a16="http://schemas.microsoft.com/office/drawing/2014/main" id="{1D0ED910-A7F2-3C4F-942D-96EC31BD6A48}"/>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5" name="Footer Placeholder 4">
            <a:extLst>
              <a:ext uri="{FF2B5EF4-FFF2-40B4-BE49-F238E27FC236}">
                <a16:creationId xmlns:a16="http://schemas.microsoft.com/office/drawing/2014/main" id="{2E1B81F6-89F5-094B-B16A-B100DF462CD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9107FA00-28C6-BA47-9BCA-7602B6A468B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063714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8632-3FF1-114F-89D8-26506CF7FE6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50DDBC5B-0688-4245-914D-57EEBBBCA10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0DCD3-0138-984B-9BCF-6A74A20B5B62}"/>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5" name="Footer Placeholder 4">
            <a:extLst>
              <a:ext uri="{FF2B5EF4-FFF2-40B4-BE49-F238E27FC236}">
                <a16:creationId xmlns:a16="http://schemas.microsoft.com/office/drawing/2014/main" id="{3E5E250C-F25C-8346-9557-E4D2F5B179B5}"/>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F5E146A-B9E0-2445-8288-0E18F947DFCB}"/>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6677965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2DBE-F99A-AC47-AC4D-FD4FF28535A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1EF8C7D9-6025-3D48-B9EF-8468F88C9B9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A47C8ECB-A5E1-6846-B4E5-6725A1E594B0}"/>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1C7030B0-F053-F540-A7D4-08C5A3FF4421}"/>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6" name="Footer Placeholder 5">
            <a:extLst>
              <a:ext uri="{FF2B5EF4-FFF2-40B4-BE49-F238E27FC236}">
                <a16:creationId xmlns:a16="http://schemas.microsoft.com/office/drawing/2014/main" id="{66C28EE3-05A7-C746-A06A-68E7C5993C6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2E2372DA-7F41-3B43-AAD3-06278222C0A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2488027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CCD59-2B2F-6342-84CC-CDBFBF009A2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8606C3F1-A786-B74F-87EE-CCD26105F1F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B797CC-B575-114C-AC86-C67B45A168C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622AE595-D8FB-8848-A7E1-4324FAE228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88016-0A86-5B47-B42F-A3FCBEAF9995}"/>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9D4D908D-C1E4-7D48-ABB0-FD884D88BBBE}"/>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8" name="Footer Placeholder 7">
            <a:extLst>
              <a:ext uri="{FF2B5EF4-FFF2-40B4-BE49-F238E27FC236}">
                <a16:creationId xmlns:a16="http://schemas.microsoft.com/office/drawing/2014/main" id="{A51DCA8C-250C-4E4C-BB6E-24A1E1072B2E}"/>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06A10730-617D-044F-9490-2AD97541D30C}"/>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7331572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FC8B4-28B8-7041-BEB1-52BD3610C5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ABCB3380-E09E-3C43-9A92-E6EB0B3D3F44}"/>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4" name="Footer Placeholder 3">
            <a:extLst>
              <a:ext uri="{FF2B5EF4-FFF2-40B4-BE49-F238E27FC236}">
                <a16:creationId xmlns:a16="http://schemas.microsoft.com/office/drawing/2014/main" id="{1794D097-9D59-9C4B-BD9A-0A0E9785B945}"/>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239D3078-4BD3-854C-BA6D-351397A8285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485138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3292B-95FC-A54C-9E21-7CA64D61B241}"/>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3" name="Footer Placeholder 2">
            <a:extLst>
              <a:ext uri="{FF2B5EF4-FFF2-40B4-BE49-F238E27FC236}">
                <a16:creationId xmlns:a16="http://schemas.microsoft.com/office/drawing/2014/main" id="{32F27E7C-3225-5F43-948B-76F37A8FA29A}"/>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3876F8A8-3F94-954F-BD63-8F423C03E87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912814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1035-7105-3F46-B23E-61880CF37DC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F928537-2308-084C-85CA-D1F5990BFB6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E63C8F6B-0EB7-EF42-B6FC-DED9B2D7D7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235400-3E45-6E4C-ACDA-7B27CF3EA822}"/>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6" name="Footer Placeholder 5">
            <a:extLst>
              <a:ext uri="{FF2B5EF4-FFF2-40B4-BE49-F238E27FC236}">
                <a16:creationId xmlns:a16="http://schemas.microsoft.com/office/drawing/2014/main" id="{D3763210-D575-3D45-AF1D-8B81BF9727A5}"/>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F8D18E9-72B9-5447-BBC9-A7B58B6B4275}"/>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42089825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AE6D-A7C6-864C-A0E6-98D870462E3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E23753E8-2A7F-BA43-B4B3-415AB2E9C40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90DEA259-B848-884C-9F89-9D13CB3523E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63B9E-0D38-434D-A026-41C9B601C93B}"/>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6" name="Footer Placeholder 5">
            <a:extLst>
              <a:ext uri="{FF2B5EF4-FFF2-40B4-BE49-F238E27FC236}">
                <a16:creationId xmlns:a16="http://schemas.microsoft.com/office/drawing/2014/main" id="{50D3B9E2-8D80-7742-9888-1EC7509D96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12FB6CA9-994F-1245-9771-E23FDCA94C41}"/>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9333554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9689-1C00-884F-82C8-067B59B40A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F9029053-FF3C-FF48-AEE9-7FA009A38ED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BA20541-2512-D84F-AD2C-DA512A9E7F99}"/>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5" name="Footer Placeholder 4">
            <a:extLst>
              <a:ext uri="{FF2B5EF4-FFF2-40B4-BE49-F238E27FC236}">
                <a16:creationId xmlns:a16="http://schemas.microsoft.com/office/drawing/2014/main" id="{ED2571CD-CC46-FA4F-897E-4535749F7E5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1C40A0A-EA86-7442-BE2F-385D1E22D6AF}"/>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546368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55A014-6951-BE44-8A86-DAA0F07B74B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FFEBB579-260D-AB49-9B80-1A21613D324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26DDAA9-5C47-284E-9934-5E8E122B0A63}"/>
              </a:ext>
            </a:extLst>
          </p:cNvPr>
          <p:cNvSpPr>
            <a:spLocks noGrp="1"/>
          </p:cNvSpPr>
          <p:nvPr>
            <p:ph type="dt" sz="half" idx="10"/>
          </p:nvPr>
        </p:nvSpPr>
        <p:spPr/>
        <p:txBody>
          <a:bodyPr/>
          <a:lstStyle/>
          <a:p>
            <a:fld id="{F4F5BACE-BCC1-184F-A700-DFA15150D1CF}" type="datetimeFigureOut">
              <a:rPr lang="x-none" smtClean="0"/>
              <a:t>4/21/2024</a:t>
            </a:fld>
            <a:endParaRPr lang="x-none"/>
          </a:p>
        </p:txBody>
      </p:sp>
      <p:sp>
        <p:nvSpPr>
          <p:cNvPr id="5" name="Footer Placeholder 4">
            <a:extLst>
              <a:ext uri="{FF2B5EF4-FFF2-40B4-BE49-F238E27FC236}">
                <a16:creationId xmlns:a16="http://schemas.microsoft.com/office/drawing/2014/main" id="{6C907007-A1FA-1D4F-8D2E-DC92C17B324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B864ABA-6D4C-764D-8FDA-62C57A76DDFA}"/>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3282292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id="{A129F7F3-9F03-6745-82D9-1C58E2ED724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close up of a sign&#10;&#10;Description automatically generated">
            <a:extLst>
              <a:ext uri="{FF2B5EF4-FFF2-40B4-BE49-F238E27FC236}">
                <a16:creationId xmlns:a16="http://schemas.microsoft.com/office/drawing/2014/main" id="{6EB73741-F5ED-864D-931A-858A844D7359}"/>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51CA3039-84A1-C946-A5F7-5CBD9EE42433}"/>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24264AD4-A097-5B4B-98C9-A1C1BF02FC99}"/>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18391041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8BA11-1A32-C54B-9309-C6FC3DF54538}"/>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4BDBCA5A-D390-484A-A55D-EBAE9C167A07}"/>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830A0CE0-255B-9D48-9895-1DBBF8FB3CBB}"/>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5" name="Footer Placeholder 4">
            <a:extLst>
              <a:ext uri="{FF2B5EF4-FFF2-40B4-BE49-F238E27FC236}">
                <a16:creationId xmlns:a16="http://schemas.microsoft.com/office/drawing/2014/main" id="{95200B41-8B4D-3641-A6E2-4EAEEDAC370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8E60300A-5925-B849-9D04-6ACF51730C04}"/>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2659065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10CD-5FF6-D644-8F75-3C6E0F56D82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9FBA6A57-A120-F94D-8EA3-EA3D86415DB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221499-307A-7643-ADE6-D298E00C8F61}"/>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5" name="Footer Placeholder 4">
            <a:extLst>
              <a:ext uri="{FF2B5EF4-FFF2-40B4-BE49-F238E27FC236}">
                <a16:creationId xmlns:a16="http://schemas.microsoft.com/office/drawing/2014/main" id="{DA4F30D1-7714-374F-BC33-73B2A62006C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E70E1605-2E39-8141-97F7-8C650BA2351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6224658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D3FCB-D002-214D-B46A-827BC002DC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7EE28CA7-1D76-6E4F-87EA-6BDB547CC00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FE48C7E8-E7DE-D34B-BA57-8BD8A6E945D8}"/>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E5526544-4FE6-B44F-A69D-7A923256031D}"/>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6" name="Footer Placeholder 5">
            <a:extLst>
              <a:ext uri="{FF2B5EF4-FFF2-40B4-BE49-F238E27FC236}">
                <a16:creationId xmlns:a16="http://schemas.microsoft.com/office/drawing/2014/main" id="{A759E1D6-3EEE-B84B-8130-05675423593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6E8D2B60-A597-0942-BB72-AC0130F4353F}"/>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6246226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D9156-7ED5-6F41-97D9-1B4750005CA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39787EFE-7F1F-5041-AE5E-693F96ABB2D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D5EA84-F4FA-4E4D-852B-D0A78283B1F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A6763292-D36A-5A45-B6AF-B1ACAFB2411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3B6209-A769-6240-9DC9-34223F0438E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3E30CFE5-EF40-C04C-A4DD-83D3392085BC}"/>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8" name="Footer Placeholder 7">
            <a:extLst>
              <a:ext uri="{FF2B5EF4-FFF2-40B4-BE49-F238E27FC236}">
                <a16:creationId xmlns:a16="http://schemas.microsoft.com/office/drawing/2014/main" id="{5FADC4E6-AD1E-4F43-BC6C-2FF050C6B418}"/>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35D8BF98-4A8B-9D45-BC3D-148F8219708A}"/>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0214891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01A1-9589-2B40-9187-92DC3853628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ADAB0B05-C27C-7640-8ABE-679BF30C1886}"/>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4" name="Footer Placeholder 3">
            <a:extLst>
              <a:ext uri="{FF2B5EF4-FFF2-40B4-BE49-F238E27FC236}">
                <a16:creationId xmlns:a16="http://schemas.microsoft.com/office/drawing/2014/main" id="{9D38BC55-A0B6-9049-AF6D-5C21E1940D34}"/>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F27D89E6-B899-8A41-99BC-FE0CBF252403}"/>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1978176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1877D-7DAA-A24D-9830-DA354FB5E0C0}"/>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3" name="Footer Placeholder 2">
            <a:extLst>
              <a:ext uri="{FF2B5EF4-FFF2-40B4-BE49-F238E27FC236}">
                <a16:creationId xmlns:a16="http://schemas.microsoft.com/office/drawing/2014/main" id="{2EAF4227-3C44-644C-98C2-6091B0D94E28}"/>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E4BBBC5F-BACA-B445-ADDB-B88691DE6E6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2513497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82E9-373E-1B42-B3E5-DED5A09BEA1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1DD3C892-7991-DB4A-9FCB-6BEC76DF3ED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4A5D14E8-9C9F-3C45-8ED5-01DA001F09E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90D87D-73D0-E24D-B666-C32B866F4A25}"/>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6" name="Footer Placeholder 5">
            <a:extLst>
              <a:ext uri="{FF2B5EF4-FFF2-40B4-BE49-F238E27FC236}">
                <a16:creationId xmlns:a16="http://schemas.microsoft.com/office/drawing/2014/main" id="{EA8C982A-56C6-6C4B-9164-375366226C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1055C7F-5748-A947-9451-D18E491C095B}"/>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3914214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E9F9-3F5C-5F4A-AB69-E3FDCC703EA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F9A7E557-0685-DE49-A6F7-FAF3135D1E7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E0058FE6-9CAD-854A-B539-D16466D05F6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5E515-7DAA-E648-BD3E-E4FEE608EAEF}"/>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6" name="Footer Placeholder 5">
            <a:extLst>
              <a:ext uri="{FF2B5EF4-FFF2-40B4-BE49-F238E27FC236}">
                <a16:creationId xmlns:a16="http://schemas.microsoft.com/office/drawing/2014/main" id="{AD80FF43-7001-1845-ABEA-41845D262EA3}"/>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08757134-E5FE-A54C-9B90-EA4CBFA2BE1D}"/>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017632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B99E8-36B5-0949-8513-689C34F556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68ABE95-8117-C043-8DB8-E267B453A9C6}"/>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EF5E56E-ECDE-A644-96DE-56082F595438}"/>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5" name="Footer Placeholder 4">
            <a:extLst>
              <a:ext uri="{FF2B5EF4-FFF2-40B4-BE49-F238E27FC236}">
                <a16:creationId xmlns:a16="http://schemas.microsoft.com/office/drawing/2014/main" id="{13C3A234-4F81-A841-B3AF-33C41FFF546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F8A6CA2-D71B-C04F-8425-17588281E5C9}"/>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0355910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FB5A0C-AF3E-DD4A-9869-9D0CB4AA8F2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4E54FB47-CB7D-D541-AADE-0A562EAABE6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F6217B44-9C32-5040-9951-6284080FB3F8}"/>
              </a:ext>
            </a:extLst>
          </p:cNvPr>
          <p:cNvSpPr>
            <a:spLocks noGrp="1"/>
          </p:cNvSpPr>
          <p:nvPr>
            <p:ph type="dt" sz="half" idx="10"/>
          </p:nvPr>
        </p:nvSpPr>
        <p:spPr/>
        <p:txBody>
          <a:bodyPr/>
          <a:lstStyle/>
          <a:p>
            <a:fld id="{2420E6BC-1CF3-D548-872D-25FC8E072151}" type="datetimeFigureOut">
              <a:rPr lang="x-none" smtClean="0"/>
              <a:t>4/21/2024</a:t>
            </a:fld>
            <a:endParaRPr lang="x-none"/>
          </a:p>
        </p:txBody>
      </p:sp>
      <p:sp>
        <p:nvSpPr>
          <p:cNvPr id="5" name="Footer Placeholder 4">
            <a:extLst>
              <a:ext uri="{FF2B5EF4-FFF2-40B4-BE49-F238E27FC236}">
                <a16:creationId xmlns:a16="http://schemas.microsoft.com/office/drawing/2014/main" id="{3CD8170D-7439-1C4C-B41A-F911F36F622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5B49A723-3CA4-C843-9091-FB60545BB6BC}"/>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4136557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AF2137A8-B7A9-2A46-AC45-4250534E9195}"/>
              </a:ext>
            </a:extLst>
          </p:cNvPr>
          <p:cNvPicPr>
            <a:picLocks noChangeAspect="1"/>
          </p:cNvPicPr>
          <p:nvPr userDrawn="1"/>
        </p:nvPicPr>
        <p:blipFill>
          <a:blip r:embed="rId2"/>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AC908751-67EF-B24F-9891-A9E6E4047715}"/>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B8097590-88B5-144D-AFF3-0A7EEBB73187}"/>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5620340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D2487-9088-DE47-98DB-6EAF683015CE}"/>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D174E3A-DC25-E64A-888C-94941F13A332}"/>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CA14187-3913-374E-AEAF-80AA66EC093A}"/>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5" name="Footer Placeholder 4">
            <a:extLst>
              <a:ext uri="{FF2B5EF4-FFF2-40B4-BE49-F238E27FC236}">
                <a16:creationId xmlns:a16="http://schemas.microsoft.com/office/drawing/2014/main" id="{AA24E1D9-21DE-9141-9208-3C74FF80822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2F7364CB-CA1E-5244-A1D2-083E4C3E48C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176514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F076-D2AB-2943-AF9A-72D3F8071DB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853F7BF9-0A61-FF4F-8395-027DE0E1818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6C7C4D-D285-9A4B-8BB5-373860950CBB}"/>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5" name="Footer Placeholder 4">
            <a:extLst>
              <a:ext uri="{FF2B5EF4-FFF2-40B4-BE49-F238E27FC236}">
                <a16:creationId xmlns:a16="http://schemas.microsoft.com/office/drawing/2014/main" id="{28D86127-0EA6-214A-B083-D35F0E932E7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0EE0EDF-60E5-5D4D-9636-8177179025D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65486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F3584-DBD9-744B-8E72-102A4829C97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E902AA3D-4A15-E34C-8AF7-1009883ABF26}"/>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8D136B84-F8B1-F84F-BF1F-6272CA3292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8DC513C1-A08B-2F44-8DA7-121F90D4F188}"/>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6" name="Footer Placeholder 5">
            <a:extLst>
              <a:ext uri="{FF2B5EF4-FFF2-40B4-BE49-F238E27FC236}">
                <a16:creationId xmlns:a16="http://schemas.microsoft.com/office/drawing/2014/main" id="{14144FEE-4967-624A-9F10-4D7B7D288E6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05C9A911-0630-4544-BC4F-184673FFF6B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5071530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0E63-D2DB-5D47-878D-DDAFFC9B0C2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D3CFEB6B-B92B-CC49-8718-2EE2EEC1FCE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75D6C4-21DD-DD4F-B969-021619D97D5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BCC4CCE0-F6C0-C14E-942C-C53C6113FB6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CEE15A-649F-F841-861A-E96BFED1A238}"/>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30E5F3CB-0847-A149-B2D3-F83591B34359}"/>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8" name="Footer Placeholder 7">
            <a:extLst>
              <a:ext uri="{FF2B5EF4-FFF2-40B4-BE49-F238E27FC236}">
                <a16:creationId xmlns:a16="http://schemas.microsoft.com/office/drawing/2014/main" id="{D48C7ECC-B6CB-2E4D-A93D-44C1F6F4DE72}"/>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325921A9-D953-1441-89E0-852D67E235F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5030919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55A48-96BB-C249-92DA-6D671E6A111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D8E95BC2-7F4F-A74F-8B65-D090BFF71206}"/>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4" name="Footer Placeholder 3">
            <a:extLst>
              <a:ext uri="{FF2B5EF4-FFF2-40B4-BE49-F238E27FC236}">
                <a16:creationId xmlns:a16="http://schemas.microsoft.com/office/drawing/2014/main" id="{20B41E8C-783A-3842-BA95-91CFE50A5439}"/>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30657E49-737A-774F-BEED-4D74F35079B8}"/>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2255996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1E19AB-93A9-CB4F-A97D-C6D0E4C5B500}"/>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3" name="Footer Placeholder 2">
            <a:extLst>
              <a:ext uri="{FF2B5EF4-FFF2-40B4-BE49-F238E27FC236}">
                <a16:creationId xmlns:a16="http://schemas.microsoft.com/office/drawing/2014/main" id="{49093FA0-71C8-3749-A2F2-ECC7B4B2CB61}"/>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4AFEE156-6187-6141-BD3E-DA6E1C3A1429}"/>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16631480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1BC4-F8C9-5947-940B-1390E37FB8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A9B7F54-094F-B143-83C5-95C52D9AC41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AA1066C6-C25C-984E-A0DD-D5415E5145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0D5CD-069C-1948-8349-806190536AEF}"/>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6" name="Footer Placeholder 5">
            <a:extLst>
              <a:ext uri="{FF2B5EF4-FFF2-40B4-BE49-F238E27FC236}">
                <a16:creationId xmlns:a16="http://schemas.microsoft.com/office/drawing/2014/main" id="{3E5A0036-3325-A94F-85AA-183519D77CE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432C2FD6-A57A-A249-8976-340497AEC66E}"/>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6686688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E09B5-A5B5-A14A-9542-024E78DDA27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07006178-F035-6845-97F1-5BE5570EB99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1249A715-7EC3-FB42-9E17-B990CE9D9C3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79DB0-B002-9645-AC57-C3D147390A4B}"/>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6" name="Footer Placeholder 5">
            <a:extLst>
              <a:ext uri="{FF2B5EF4-FFF2-40B4-BE49-F238E27FC236}">
                <a16:creationId xmlns:a16="http://schemas.microsoft.com/office/drawing/2014/main" id="{06D3AAF8-51B9-5C45-B2CD-732A4D78152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B7662CF3-0416-BF4C-AA63-4B8A7263C003}"/>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459966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ADB3-2C61-564D-997C-1DA70B29EAF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6FF8161-6881-D741-89D9-C165F33EE90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EDAD1751-1B65-1F49-A8C2-325477A841ED}"/>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5" name="Footer Placeholder 4">
            <a:extLst>
              <a:ext uri="{FF2B5EF4-FFF2-40B4-BE49-F238E27FC236}">
                <a16:creationId xmlns:a16="http://schemas.microsoft.com/office/drawing/2014/main" id="{F4DFCD24-4D35-674F-8BF1-400416E768A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827FF32-CD5B-FF41-9C75-89644CC9276B}"/>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5949326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3B775-5606-8445-B5C6-D71237AC3143}"/>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E9F18FC-BDED-8C40-9D95-42AC248059B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58FA7EB-3179-0548-99F6-45FFD5239B2A}"/>
              </a:ext>
            </a:extLst>
          </p:cNvPr>
          <p:cNvSpPr>
            <a:spLocks noGrp="1"/>
          </p:cNvSpPr>
          <p:nvPr>
            <p:ph type="dt" sz="half" idx="10"/>
          </p:nvPr>
        </p:nvSpPr>
        <p:spPr/>
        <p:txBody>
          <a:bodyPr/>
          <a:lstStyle/>
          <a:p>
            <a:fld id="{B40F6062-965F-0D4F-9928-5BD13379ABC1}" type="datetimeFigureOut">
              <a:rPr lang="x-none" smtClean="0"/>
              <a:t>4/21/2024</a:t>
            </a:fld>
            <a:endParaRPr lang="x-none"/>
          </a:p>
        </p:txBody>
      </p:sp>
      <p:sp>
        <p:nvSpPr>
          <p:cNvPr id="5" name="Footer Placeholder 4">
            <a:extLst>
              <a:ext uri="{FF2B5EF4-FFF2-40B4-BE49-F238E27FC236}">
                <a16:creationId xmlns:a16="http://schemas.microsoft.com/office/drawing/2014/main" id="{8881DB21-8761-1A49-86D0-64300BFB6DF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4A24DBE-D2F1-5E4D-A1D3-D403F04B2E0C}"/>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494449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0170920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0F6062-965F-0D4F-9928-5BD13379ABC1}" type="datetimeFigureOut">
              <a:rPr lang="x-none" smtClean="0"/>
              <a:t>4/21/2024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a:xfrm>
            <a:off x="9255346" y="2750337"/>
            <a:ext cx="1171888" cy="1356442"/>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18479469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696358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0F6062-965F-0D4F-9928-5BD13379ABC1}" type="datetimeFigureOut">
              <a:rPr lang="x-none" smtClean="0"/>
              <a:t>4/21/2024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a:xfrm>
            <a:off x="10729455" y="2869895"/>
            <a:ext cx="1154151" cy="1090789"/>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3293247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930D9-F92B-4783-BA8B-0186970236E5}" type="datetimeFigureOut">
              <a:rPr lang="en-US" smtClean="0"/>
              <a:pPr/>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4490781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930D9-F92B-4783-BA8B-0186970236E5}" type="datetimeFigureOut">
              <a:rPr lang="en-US" smtClean="0"/>
              <a:pPr/>
              <a:t>4/21/2024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19174022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0F6062-965F-0D4F-9928-5BD13379ABC1}" type="datetimeFigureOut">
              <a:rPr lang="x-none" smtClean="0"/>
              <a:t>4/21/2024</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6151565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40F6062-965F-0D4F-9928-5BD13379ABC1}" type="datetimeFigureOut">
              <a:rPr lang="x-none" smtClean="0"/>
              <a:t>4/21/2024</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915918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4392136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F6062-965F-0D4F-9928-5BD13379ABC1}" type="datetimeFigureOut">
              <a:rPr lang="x-none" smtClean="0"/>
              <a:t>4/21/2024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3228121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F6062-965F-0D4F-9928-5BD13379ABC1}" type="datetimeFigureOut">
              <a:rPr lang="x-none" smtClean="0"/>
              <a:t>4/21/2024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a:xfrm>
            <a:off x="10729455" y="4711309"/>
            <a:ext cx="1154151" cy="1090789"/>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7358029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885013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C9406E4-0D4A-4BC0-8EB3-8966C3EF20AC}" type="slidenum">
              <a:rPr lang="en-US" smtClean="0"/>
              <a:pPr/>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52959879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5107037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B3930D9-F92B-4783-BA8B-0186970236E5}" type="datetimeFigureOut">
              <a:rPr lang="en-US" smtClean="0"/>
              <a:pPr/>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70548621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B3930D9-F92B-4783-BA8B-0186970236E5}" type="datetimeFigureOut">
              <a:rPr lang="en-US" smtClean="0"/>
              <a:pPr/>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9664589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40538815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8B3930D9-F92B-4783-BA8B-0186970236E5}" type="datetimeFigureOut">
              <a:rPr lang="en-US" smtClean="0"/>
              <a:pPr/>
              <a:t>4/21/2024</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C9406E4-0D4A-4BC0-8EB3-8966C3EF20AC}" type="slidenum">
              <a:rPr lang="en-US" smtClean="0"/>
              <a:pPr/>
              <a:t>‹#›</a:t>
            </a:fld>
            <a:endParaRPr lang="en-US"/>
          </a:p>
        </p:txBody>
      </p:sp>
    </p:spTree>
    <p:extLst>
      <p:ext uri="{BB962C8B-B14F-4D97-AF65-F5344CB8AC3E}">
        <p14:creationId xmlns:p14="http://schemas.microsoft.com/office/powerpoint/2010/main" val="4119714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5.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image" Target="../media/image6.png"/><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icture containing photo, table, person, monitor&#10;&#10;Description automatically generated">
            <a:extLst>
              <a:ext uri="{FF2B5EF4-FFF2-40B4-BE49-F238E27FC236}">
                <a16:creationId xmlns:a16="http://schemas.microsoft.com/office/drawing/2014/main" id="{B74E64AB-3617-6444-977E-451665F3AA02}"/>
              </a:ext>
            </a:extLst>
          </p:cNvPr>
          <p:cNvPicPr>
            <a:picLocks noChangeAspect="1"/>
          </p:cNvPicPr>
          <p:nvPr/>
        </p:nvPicPr>
        <p:blipFill>
          <a:blip r:embed="rId14"/>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930D9-F92B-4783-BA8B-0186970236E5}" type="datetimeFigureOut">
              <a:rPr lang="en-US" smtClean="0"/>
              <a:pPr/>
              <a:t>4/21/2024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406E4-0D4A-4BC0-8EB3-8966C3EF20AC}" type="slidenum">
              <a:rPr lang="en-US" smtClean="0"/>
              <a:pPr/>
              <a:t>‹#›</a:t>
            </a:fld>
            <a:endParaRPr lang="en-US"/>
          </a:p>
        </p:txBody>
      </p:sp>
      <p:sp>
        <p:nvSpPr>
          <p:cNvPr id="11" name="Rectangle 10">
            <a:extLst>
              <a:ext uri="{FF2B5EF4-FFF2-40B4-BE49-F238E27FC236}">
                <a16:creationId xmlns:a16="http://schemas.microsoft.com/office/drawing/2014/main" id="{519207C1-EF3A-474B-9260-57BDCDAABA5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IT2060 |OSSA | Lecture 01 | Samantha Rajapaksha</a:t>
            </a:r>
          </a:p>
        </p:txBody>
      </p:sp>
      <p:sp>
        <p:nvSpPr>
          <p:cNvPr id="7" name="Rectangle 6">
            <a:extLst>
              <a:ext uri="{FF2B5EF4-FFF2-40B4-BE49-F238E27FC236}">
                <a16:creationId xmlns:a16="http://schemas.microsoft.com/office/drawing/2014/main" id="{4F628D7F-B4AB-A1F9-6C7F-43D14B5A1652}"/>
              </a:ext>
            </a:extLst>
          </p:cNvPr>
          <p:cNvSpPr/>
          <p:nvPr userDrawn="1"/>
        </p:nvSpPr>
        <p:spPr>
          <a:xfrm>
            <a:off x="9183189" y="156573"/>
            <a:ext cx="3008811" cy="1698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C17013-5EF9-B9D7-F7AC-63F62A026374}"/>
              </a:ext>
            </a:extLst>
          </p:cNvPr>
          <p:cNvSpPr/>
          <p:nvPr userDrawn="1"/>
        </p:nvSpPr>
        <p:spPr>
          <a:xfrm>
            <a:off x="9030789" y="455"/>
            <a:ext cx="3161211" cy="1491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77213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6E16D633-DACB-C846-BDA7-A364E505FA47}"/>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56595381-8FBB-074E-85C0-EC0EE065C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4/21/2024</a:t>
            </a:fld>
            <a:endParaRPr lang="x-none"/>
          </a:p>
        </p:txBody>
      </p:sp>
      <p:sp>
        <p:nvSpPr>
          <p:cNvPr id="11" name="Rectangle 10">
            <a:extLst>
              <a:ext uri="{FF2B5EF4-FFF2-40B4-BE49-F238E27FC236}">
                <a16:creationId xmlns:a16="http://schemas.microsoft.com/office/drawing/2014/main" id="{AD468D55-7135-BC4F-B4E1-521E101CC930}"/>
              </a:ext>
            </a:extLst>
          </p:cNvPr>
          <p:cNvSpPr/>
          <p:nvPr/>
        </p:nvSpPr>
        <p:spPr>
          <a:xfrm>
            <a:off x="3473405" y="6400006"/>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7" name="Title Placeholder 1">
            <a:extLst>
              <a:ext uri="{FF2B5EF4-FFF2-40B4-BE49-F238E27FC236}">
                <a16:creationId xmlns:a16="http://schemas.microsoft.com/office/drawing/2014/main" id="{EEDC7D24-32C7-4B48-9F10-434887CD4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8" name="Text Placeholder 2">
            <a:extLst>
              <a:ext uri="{FF2B5EF4-FFF2-40B4-BE49-F238E27FC236}">
                <a16:creationId xmlns:a16="http://schemas.microsoft.com/office/drawing/2014/main" id="{A26083DB-7BD6-3E47-B765-25CEE4F6A7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BAF712AF-F653-41D5-D19C-CB8A9A2B63E6}"/>
              </a:ext>
            </a:extLst>
          </p:cNvPr>
          <p:cNvSpPr/>
          <p:nvPr userDrawn="1"/>
        </p:nvSpPr>
        <p:spPr>
          <a:xfrm>
            <a:off x="9059333" y="0"/>
            <a:ext cx="3132667" cy="1825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7D626AF-2A07-DAC4-87BF-5BD3755EF749}"/>
              </a:ext>
            </a:extLst>
          </p:cNvPr>
          <p:cNvSpPr txBox="1"/>
          <p:nvPr userDrawn="1"/>
        </p:nvSpPr>
        <p:spPr>
          <a:xfrm>
            <a:off x="3473405" y="6397625"/>
            <a:ext cx="7967134" cy="400110"/>
          </a:xfrm>
          <a:prstGeom prst="rect">
            <a:avLst/>
          </a:prstGeom>
          <a:solidFill>
            <a:schemeClr val="accent1">
              <a:lumMod val="50000"/>
            </a:schemeClr>
          </a:solidFill>
          <a:ln>
            <a:noFill/>
          </a:ln>
        </p:spPr>
        <p:txBody>
          <a:bodyPr wrap="square" rtlCol="0">
            <a:spAutoFit/>
          </a:bodyPr>
          <a:lstStyle/>
          <a:p>
            <a:r>
              <a:rPr lang="en-US" sz="2000" dirty="0">
                <a:solidFill>
                  <a:schemeClr val="bg1"/>
                </a:solidFill>
              </a:rPr>
              <a:t>IT2060 | OSSA </a:t>
            </a:r>
          </a:p>
        </p:txBody>
      </p:sp>
    </p:spTree>
    <p:extLst>
      <p:ext uri="{BB962C8B-B14F-4D97-AF65-F5344CB8AC3E}">
        <p14:creationId xmlns:p14="http://schemas.microsoft.com/office/powerpoint/2010/main" val="36623283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6AAD40-79E3-9A4C-A0B7-F3988464D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F5BACE-BCC1-184F-A700-DFA15150D1CF}" type="datetimeFigureOut">
              <a:rPr lang="x-none" smtClean="0"/>
              <a:t>4/21/2024</a:t>
            </a:fld>
            <a:endParaRPr lang="x-none"/>
          </a:p>
        </p:txBody>
      </p:sp>
      <p:sp>
        <p:nvSpPr>
          <p:cNvPr id="5" name="Footer Placeholder 4">
            <a:extLst>
              <a:ext uri="{FF2B5EF4-FFF2-40B4-BE49-F238E27FC236}">
                <a16:creationId xmlns:a16="http://schemas.microsoft.com/office/drawing/2014/main" id="{82E49F6B-E24B-774B-9985-5552F8469D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CD308542-B565-C84C-A36F-281CEF297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37ECD-691F-C34D-A1DE-BB16D10A8AA5}" type="slidenum">
              <a:rPr lang="x-none" smtClean="0"/>
              <a:t>‹#›</a:t>
            </a:fld>
            <a:endParaRPr lang="x-none"/>
          </a:p>
        </p:txBody>
      </p:sp>
      <p:sp>
        <p:nvSpPr>
          <p:cNvPr id="11" name="Rectangle 10">
            <a:extLst>
              <a:ext uri="{FF2B5EF4-FFF2-40B4-BE49-F238E27FC236}">
                <a16:creationId xmlns:a16="http://schemas.microsoft.com/office/drawing/2014/main" id="{E286BD2B-3DFA-E24B-97EC-B151268D4BE7}"/>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2" name="Title Placeholder 1">
            <a:extLst>
              <a:ext uri="{FF2B5EF4-FFF2-40B4-BE49-F238E27FC236}">
                <a16:creationId xmlns:a16="http://schemas.microsoft.com/office/drawing/2014/main" id="{1AFE1AAF-B956-2C44-8FEC-72B4E552A3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3" name="Text Placeholder 2">
            <a:extLst>
              <a:ext uri="{FF2B5EF4-FFF2-40B4-BE49-F238E27FC236}">
                <a16:creationId xmlns:a16="http://schemas.microsoft.com/office/drawing/2014/main" id="{2253E3D6-10BE-B648-833C-3BF1365C4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801396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086F86B0-CCE5-C247-8C3E-609758EDD34E}"/>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9F3B6E8-2F8C-BD44-8621-09962AFC7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0E6BC-1CF3-D548-872D-25FC8E072151}" type="datetimeFigureOut">
              <a:rPr lang="x-none" smtClean="0"/>
              <a:t>4/21/2024</a:t>
            </a:fld>
            <a:endParaRPr lang="x-none"/>
          </a:p>
        </p:txBody>
      </p:sp>
      <p:sp>
        <p:nvSpPr>
          <p:cNvPr id="5" name="Footer Placeholder 4">
            <a:extLst>
              <a:ext uri="{FF2B5EF4-FFF2-40B4-BE49-F238E27FC236}">
                <a16:creationId xmlns:a16="http://schemas.microsoft.com/office/drawing/2014/main" id="{89BA8008-CB95-3B4A-A2A6-E3FFA62324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05499DA9-A326-0744-B496-956389595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0EFAC-9DE5-EE49-9E0C-0108BFBCFC7D}" type="slidenum">
              <a:rPr lang="x-none" smtClean="0"/>
              <a:t>‹#›</a:t>
            </a:fld>
            <a:endParaRPr lang="x-none"/>
          </a:p>
        </p:txBody>
      </p:sp>
      <p:sp>
        <p:nvSpPr>
          <p:cNvPr id="9" name="Rectangle 8">
            <a:extLst>
              <a:ext uri="{FF2B5EF4-FFF2-40B4-BE49-F238E27FC236}">
                <a16:creationId xmlns:a16="http://schemas.microsoft.com/office/drawing/2014/main" id="{B37D14D5-B266-324D-813B-7D2146A87BE8}"/>
              </a:ext>
            </a:extLst>
          </p:cNvPr>
          <p:cNvSpPr/>
          <p:nvPr/>
        </p:nvSpPr>
        <p:spPr>
          <a:xfrm>
            <a:off x="3438283" y="6489700"/>
            <a:ext cx="875371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id="{6BB38998-2073-AE42-9998-1D746B331A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7DE789EF-2F79-8949-A254-5D7CCF0BEB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758563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422662D-6CBD-3E40-8908-73A2E18005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F6062-965F-0D4F-9928-5BD13379ABC1}" type="datetimeFigureOut">
              <a:rPr lang="x-none" smtClean="0"/>
              <a:t>4/21/2024</a:t>
            </a:fld>
            <a:endParaRPr lang="x-none"/>
          </a:p>
        </p:txBody>
      </p:sp>
      <p:sp>
        <p:nvSpPr>
          <p:cNvPr id="5" name="Footer Placeholder 4">
            <a:extLst>
              <a:ext uri="{FF2B5EF4-FFF2-40B4-BE49-F238E27FC236}">
                <a16:creationId xmlns:a16="http://schemas.microsoft.com/office/drawing/2014/main" id="{C39A0E31-479D-AC42-8143-0F5CF079B6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900B0FD9-7401-9440-955C-2CC29D60A1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662C7-B6AF-AC44-9DED-1AD9FB7CAF7F}" type="slidenum">
              <a:rPr lang="x-none" smtClean="0"/>
              <a:t>‹#›</a:t>
            </a:fld>
            <a:endParaRPr lang="x-none"/>
          </a:p>
        </p:txBody>
      </p:sp>
      <p:sp>
        <p:nvSpPr>
          <p:cNvPr id="9" name="Rectangle 8">
            <a:extLst>
              <a:ext uri="{FF2B5EF4-FFF2-40B4-BE49-F238E27FC236}">
                <a16:creationId xmlns:a16="http://schemas.microsoft.com/office/drawing/2014/main" id="{63CBA682-B826-3E41-9370-D9CBAB4FDED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id="{32C0FA02-C8CF-7F45-AE8B-B2EE204AA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D46E731A-CE3E-B047-95B9-5CD6C76C5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366178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B3930D9-F92B-4783-BA8B-0186970236E5}" type="datetimeFigureOut">
              <a:rPr lang="en-US" smtClean="0"/>
              <a:pPr/>
              <a:t>4/21/2024</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C9406E4-0D4A-4BC0-8EB3-8966C3EF20AC}" type="slidenum">
              <a:rPr lang="en-US" smtClean="0"/>
              <a:pPr/>
              <a:t>‹#›</a:t>
            </a:fld>
            <a:endParaRPr lang="en-US"/>
          </a:p>
        </p:txBody>
      </p:sp>
    </p:spTree>
    <p:extLst>
      <p:ext uri="{BB962C8B-B14F-4D97-AF65-F5344CB8AC3E}">
        <p14:creationId xmlns:p14="http://schemas.microsoft.com/office/powerpoint/2010/main" val="2856509817"/>
      </p:ext>
    </p:extLst>
  </p:cSld>
  <p:clrMap bg1="dk1" tx1="lt1" bg2="dk2" tx2="lt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9.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7.xml"/><Relationship Id="rId1" Type="http://schemas.openxmlformats.org/officeDocument/2006/relationships/slideLayout" Target="../slideLayouts/slideLayout5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9.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63.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1.xml"/><Relationship Id="rId1" Type="http://schemas.openxmlformats.org/officeDocument/2006/relationships/slideLayout" Target="../slideLayouts/slideLayout6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4" name="Picture 33">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36" name="Picture 35">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38" name="Rectangle 37">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42" name="Rectangle 41">
            <a:extLst>
              <a:ext uri="{FF2B5EF4-FFF2-40B4-BE49-F238E27FC236}">
                <a16:creationId xmlns:a16="http://schemas.microsoft.com/office/drawing/2014/main" id="{1DB71C54-63C1-4B83-8324-BBCEC579C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D15D940-E187-4030-B313-FDC84AE67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3046" y="0"/>
            <a:ext cx="406895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p:cNvSpPr>
            <a:spLocks noGrp="1"/>
          </p:cNvSpPr>
          <p:nvPr>
            <p:ph type="body" idx="1"/>
          </p:nvPr>
        </p:nvSpPr>
        <p:spPr>
          <a:xfrm>
            <a:off x="9108539" y="1104049"/>
            <a:ext cx="2895922" cy="4284129"/>
          </a:xfrm>
        </p:spPr>
        <p:txBody>
          <a:bodyPr vert="horz" lIns="91440" tIns="45720" rIns="91440" bIns="45720" rtlCol="0" anchor="ctr">
            <a:normAutofit/>
          </a:bodyPr>
          <a:lstStyle/>
          <a:p>
            <a:pPr algn="l">
              <a:spcAft>
                <a:spcPts val="600"/>
              </a:spcAft>
            </a:pPr>
            <a:r>
              <a:rPr lang="en-US" sz="2800" u="sng" dirty="0">
                <a:solidFill>
                  <a:srgbClr val="FFFFFF"/>
                </a:solidFill>
              </a:rPr>
              <a:t>Lecture 09 </a:t>
            </a:r>
            <a:r>
              <a:rPr lang="en-US" altLang="en-US" sz="2800" dirty="0">
                <a:solidFill>
                  <a:schemeClr val="tx1"/>
                </a:solidFill>
              </a:rPr>
              <a:t>Process Synchronization</a:t>
            </a:r>
          </a:p>
        </p:txBody>
      </p:sp>
      <p:sp>
        <p:nvSpPr>
          <p:cNvPr id="46" name="Rectangle 45">
            <a:extLst>
              <a:ext uri="{FF2B5EF4-FFF2-40B4-BE49-F238E27FC236}">
                <a16:creationId xmlns:a16="http://schemas.microsoft.com/office/drawing/2014/main" id="{76E38F34-66D8-4203-B16C-14AC20248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8968085"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ext Placeholder 3"/>
          <p:cNvSpPr>
            <a:spLocks noGrp="1"/>
          </p:cNvSpPr>
          <p:nvPr>
            <p:ph type="title"/>
          </p:nvPr>
        </p:nvSpPr>
        <p:spPr>
          <a:xfrm>
            <a:off x="643467" y="1286929"/>
            <a:ext cx="7674983" cy="4284129"/>
          </a:xfrm>
        </p:spPr>
        <p:txBody>
          <a:bodyPr vert="horz" lIns="91440" tIns="45720" rIns="91440" bIns="45720" rtlCol="0" anchor="ctr">
            <a:normAutofit fontScale="90000"/>
          </a:bodyPr>
          <a:lstStyle/>
          <a:p>
            <a:pPr algn="ctr"/>
            <a:r>
              <a:rPr lang="en-US" sz="6200" b="1" dirty="0"/>
              <a:t>IT2060 </a:t>
            </a:r>
            <a:br>
              <a:rPr lang="en-US" sz="6200" b="1" dirty="0"/>
            </a:br>
            <a:r>
              <a:rPr lang="en-US" sz="6200" b="1" dirty="0"/>
              <a:t>Operating Systems and System Administration </a:t>
            </a:r>
            <a:br>
              <a:rPr lang="en-US" sz="6200" b="1" dirty="0"/>
            </a:br>
            <a:endParaRPr lang="en-US" sz="6200" b="1" dirty="0"/>
          </a:p>
        </p:txBody>
      </p:sp>
    </p:spTree>
    <p:extLst>
      <p:ext uri="{BB962C8B-B14F-4D97-AF65-F5344CB8AC3E}">
        <p14:creationId xmlns:p14="http://schemas.microsoft.com/office/powerpoint/2010/main" val="3053458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F7F5E3E-50AD-43D0-8CB2-82352F2B9330}"/>
              </a:ext>
            </a:extLst>
          </p:cNvPr>
          <p:cNvSpPr>
            <a:spLocks noGrp="1" noChangeArrowheads="1"/>
          </p:cNvSpPr>
          <p:nvPr>
            <p:ph type="title"/>
          </p:nvPr>
        </p:nvSpPr>
        <p:spPr>
          <a:xfrm>
            <a:off x="1008991" y="959485"/>
            <a:ext cx="7707312" cy="576262"/>
          </a:xfrm>
        </p:spPr>
        <p:txBody>
          <a:bodyPr rtlCol="0">
            <a:normAutofit fontScale="90000"/>
          </a:bodyPr>
          <a:lstStyle/>
          <a:p>
            <a:pPr eaLnBrk="1" fontAlgn="auto" hangingPunct="1">
              <a:spcAft>
                <a:spcPts val="0"/>
              </a:spcAft>
              <a:defRPr/>
            </a:pPr>
            <a:r>
              <a:rPr lang="en-US" altLang="en-US" dirty="0"/>
              <a:t>Process Synchronization</a:t>
            </a:r>
          </a:p>
        </p:txBody>
      </p:sp>
      <p:sp>
        <p:nvSpPr>
          <p:cNvPr id="26627" name="Rectangle 3">
            <a:extLst>
              <a:ext uri="{FF2B5EF4-FFF2-40B4-BE49-F238E27FC236}">
                <a16:creationId xmlns:a16="http://schemas.microsoft.com/office/drawing/2014/main" id="{471AFA8A-50B6-4196-948F-17C155006877}"/>
              </a:ext>
            </a:extLst>
          </p:cNvPr>
          <p:cNvSpPr>
            <a:spLocks noGrp="1"/>
          </p:cNvSpPr>
          <p:nvPr>
            <p:ph idx="1"/>
          </p:nvPr>
        </p:nvSpPr>
        <p:spPr>
          <a:xfrm>
            <a:off x="1288512" y="2628265"/>
            <a:ext cx="6040438" cy="3270250"/>
          </a:xfrm>
        </p:spPr>
        <p:txBody>
          <a:bodyPr/>
          <a:lstStyle/>
          <a:p>
            <a:pPr eaLnBrk="1" hangingPunct="1">
              <a:lnSpc>
                <a:spcPct val="80000"/>
              </a:lnSpc>
            </a:pPr>
            <a:r>
              <a:rPr lang="en-US" altLang="en-US" dirty="0"/>
              <a:t>Background</a:t>
            </a:r>
          </a:p>
          <a:p>
            <a:pPr eaLnBrk="1" hangingPunct="1">
              <a:lnSpc>
                <a:spcPct val="80000"/>
              </a:lnSpc>
            </a:pPr>
            <a:r>
              <a:rPr lang="en-US" altLang="en-US" dirty="0"/>
              <a:t>The Critical-Section Problem</a:t>
            </a:r>
          </a:p>
          <a:p>
            <a:pPr eaLnBrk="1" hangingPunct="1">
              <a:lnSpc>
                <a:spcPct val="80000"/>
              </a:lnSpc>
            </a:pPr>
            <a:r>
              <a:rPr lang="en-US" altLang="en-US" dirty="0"/>
              <a:t>Semaphores</a:t>
            </a:r>
          </a:p>
          <a:p>
            <a:pPr eaLnBrk="1" hangingPunct="1">
              <a:lnSpc>
                <a:spcPct val="80000"/>
              </a:lnSpc>
            </a:pPr>
            <a:r>
              <a:rPr lang="en-US" altLang="en-US" dirty="0"/>
              <a:t>Classic Problems of Synchronization</a:t>
            </a:r>
          </a:p>
          <a:p>
            <a:pPr eaLnBrk="1" hangingPunct="1">
              <a:lnSpc>
                <a:spcPct val="80000"/>
              </a:lnSpc>
            </a:pPr>
            <a:r>
              <a:rPr lang="en-US" altLang="en-US" dirty="0"/>
              <a:t>Monitors</a:t>
            </a:r>
          </a:p>
        </p:txBody>
      </p:sp>
      <p:sp>
        <p:nvSpPr>
          <p:cNvPr id="26628" name="Rectangle 5">
            <a:extLst>
              <a:ext uri="{FF2B5EF4-FFF2-40B4-BE49-F238E27FC236}">
                <a16:creationId xmlns:a16="http://schemas.microsoft.com/office/drawing/2014/main" id="{D33EA8CA-F849-43AD-9C0B-3FF078D00C4A}"/>
              </a:ext>
            </a:extLst>
          </p:cNvPr>
          <p:cNvSpPr>
            <a:spLocks noChangeArrowheads="1"/>
          </p:cNvSpPr>
          <p:nvPr/>
        </p:nvSpPr>
        <p:spPr bwMode="auto">
          <a:xfrm>
            <a:off x="3810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0"/>
              </a:spcBef>
              <a:buFontTx/>
              <a:buNone/>
            </a:pPr>
            <a:endParaRPr kumimoji="1" lang="en-US" altLang="en-US" sz="1800">
              <a:latin typeface="Helvetica" panose="020B0604020202020204" pitchFamily="34" charset="0"/>
            </a:endParaRPr>
          </a:p>
          <a:p>
            <a:pPr>
              <a:lnSpc>
                <a:spcPct val="100000"/>
              </a:lnSpc>
              <a:spcBef>
                <a:spcPct val="0"/>
              </a:spcBef>
              <a:buFontTx/>
              <a:buNone/>
            </a:pPr>
            <a:endParaRPr kumimoji="1" lang="en-US" altLang="en-US" sz="1800">
              <a:latin typeface="Helvetica" panose="020B0604020202020204" pitchFamily="34" charset="0"/>
            </a:endParaRPr>
          </a:p>
          <a:p>
            <a:pPr>
              <a:lnSpc>
                <a:spcPct val="100000"/>
              </a:lnSpc>
              <a:spcBef>
                <a:spcPct val="0"/>
              </a:spcBef>
              <a:buFontTx/>
              <a:buNone/>
            </a:pPr>
            <a:endParaRPr kumimoji="1" lang="en-US" altLang="en-US" sz="1800">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05F05803-4194-450E-B060-68EF06D0DFFF}"/>
              </a:ext>
            </a:extLst>
          </p:cNvPr>
          <p:cNvSpPr>
            <a:spLocks noGrp="1" noChangeArrowheads="1"/>
          </p:cNvSpPr>
          <p:nvPr>
            <p:ph type="title"/>
          </p:nvPr>
        </p:nvSpPr>
        <p:spPr>
          <a:xfrm>
            <a:off x="960413" y="932913"/>
            <a:ext cx="7902575" cy="576263"/>
          </a:xfrm>
        </p:spPr>
        <p:txBody>
          <a:bodyPr rtlCol="0">
            <a:normAutofit fontScale="90000"/>
          </a:bodyPr>
          <a:lstStyle/>
          <a:p>
            <a:pPr eaLnBrk="1" fontAlgn="auto" hangingPunct="1">
              <a:spcAft>
                <a:spcPts val="0"/>
              </a:spcAft>
              <a:defRPr/>
            </a:pPr>
            <a:r>
              <a:rPr lang="en-US" altLang="en-US" dirty="0"/>
              <a:t>Background</a:t>
            </a:r>
          </a:p>
        </p:txBody>
      </p:sp>
      <p:sp>
        <p:nvSpPr>
          <p:cNvPr id="10243" name="Rectangle 5">
            <a:extLst>
              <a:ext uri="{FF2B5EF4-FFF2-40B4-BE49-F238E27FC236}">
                <a16:creationId xmlns:a16="http://schemas.microsoft.com/office/drawing/2014/main" id="{86115D2C-7C90-4E62-9147-339305BD172A}"/>
              </a:ext>
            </a:extLst>
          </p:cNvPr>
          <p:cNvSpPr>
            <a:spLocks noGrp="1" noChangeArrowheads="1"/>
          </p:cNvSpPr>
          <p:nvPr>
            <p:ph idx="1"/>
          </p:nvPr>
        </p:nvSpPr>
        <p:spPr>
          <a:xfrm>
            <a:off x="960413" y="1997075"/>
            <a:ext cx="10138996" cy="4860925"/>
          </a:xfrm>
        </p:spPr>
        <p:txBody>
          <a:bodyPr rtlCol="0">
            <a:normAutofit/>
          </a:bodyPr>
          <a:lstStyle/>
          <a:p>
            <a:pPr eaLnBrk="1" fontAlgn="auto" hangingPunct="1">
              <a:spcAft>
                <a:spcPts val="0"/>
              </a:spcAft>
              <a:defRPr/>
            </a:pPr>
            <a:r>
              <a:rPr lang="en-US" altLang="en-US" dirty="0"/>
              <a:t>Processes can execute concurrently</a:t>
            </a:r>
          </a:p>
          <a:p>
            <a:pPr lvl="1" eaLnBrk="1" fontAlgn="auto" hangingPunct="1">
              <a:spcAft>
                <a:spcPts val="0"/>
              </a:spcAft>
              <a:defRPr/>
            </a:pPr>
            <a:r>
              <a:rPr lang="en-US" altLang="en-US" dirty="0"/>
              <a:t>May be interrupted at any time, partially completing execution</a:t>
            </a:r>
          </a:p>
          <a:p>
            <a:pPr eaLnBrk="1" fontAlgn="auto" hangingPunct="1">
              <a:spcAft>
                <a:spcPts val="0"/>
              </a:spcAft>
              <a:defRPr/>
            </a:pPr>
            <a:r>
              <a:rPr lang="en-US" altLang="en-US" dirty="0"/>
              <a:t>Concurrent access to shared data may result in data inconsistency</a:t>
            </a:r>
          </a:p>
          <a:p>
            <a:pPr eaLnBrk="1" fontAlgn="auto" hangingPunct="1">
              <a:spcAft>
                <a:spcPts val="0"/>
              </a:spcAft>
              <a:defRPr/>
            </a:pPr>
            <a:r>
              <a:rPr lang="en-US" altLang="en-US" dirty="0"/>
              <a:t>Maintaining data consistency requires mechanisms to ensure the orderly execution of cooperating processes</a:t>
            </a:r>
          </a:p>
          <a:p>
            <a:pPr eaLnBrk="1" fontAlgn="auto" hangingPunct="1">
              <a:spcAft>
                <a:spcPts val="0"/>
              </a:spcAft>
              <a:defRPr/>
            </a:pPr>
            <a:r>
              <a:rPr lang="en-US" altLang="en-US" dirty="0"/>
              <a:t>Illustration of the problem:</a:t>
            </a:r>
            <a:br>
              <a:rPr lang="en-US" altLang="en-US" dirty="0"/>
            </a:br>
            <a:r>
              <a:rPr lang="en-US" altLang="en-US" dirty="0"/>
              <a:t>Suppose that we wanted to provide a solution to the consumer-producer problem that fills </a:t>
            </a:r>
            <a:r>
              <a:rPr lang="en-US" altLang="en-US" b="1" i="1" dirty="0">
                <a:solidFill>
                  <a:srgbClr val="000000"/>
                </a:solidFill>
              </a:rPr>
              <a:t>all</a:t>
            </a:r>
            <a:r>
              <a:rPr lang="en-US" altLang="en-US" dirty="0">
                <a:solidFill>
                  <a:srgbClr val="000000"/>
                </a:solidFill>
              </a:rPr>
              <a:t> </a:t>
            </a:r>
            <a:r>
              <a:rPr lang="en-US" altLang="en-US" dirty="0"/>
              <a:t>the buffers. We can do so by having an integer </a:t>
            </a:r>
            <a:r>
              <a:rPr lang="en-US" altLang="en-US" b="1" dirty="0">
                <a:latin typeface="Courier" pitchFamily="-84" charset="0"/>
              </a:rPr>
              <a:t>counter</a:t>
            </a:r>
            <a:r>
              <a:rPr lang="en-US" altLang="en-US" b="1" dirty="0">
                <a:solidFill>
                  <a:srgbClr val="0000FF"/>
                </a:solidFill>
              </a:rPr>
              <a:t> </a:t>
            </a:r>
            <a:r>
              <a:rPr lang="en-US" altLang="en-US" dirty="0"/>
              <a:t>that keeps track of the number of full buffers.  Initially, </a:t>
            </a:r>
            <a:r>
              <a:rPr lang="en-US" altLang="en-US" b="1" dirty="0">
                <a:latin typeface="Courier" pitchFamily="-84" charset="0"/>
              </a:rPr>
              <a:t>counter</a:t>
            </a:r>
            <a:r>
              <a:rPr lang="en-US" altLang="en-US" dirty="0">
                <a:latin typeface="Courier" pitchFamily="-84" charset="0"/>
              </a:rPr>
              <a:t> </a:t>
            </a:r>
            <a:r>
              <a:rPr lang="en-US" altLang="en-US" dirty="0"/>
              <a:t>is set to 0. It is incremented by the producer after it produces a new buffer and is decremented by the consumer after it consumes a buffer.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BF8836C-2EE7-47F8-B325-FB575013F272}"/>
              </a:ext>
            </a:extLst>
          </p:cNvPr>
          <p:cNvSpPr>
            <a:spLocks noGrp="1" noChangeArrowheads="1"/>
          </p:cNvSpPr>
          <p:nvPr>
            <p:ph type="title"/>
          </p:nvPr>
        </p:nvSpPr>
        <p:spPr>
          <a:xfrm>
            <a:off x="912055" y="904777"/>
            <a:ext cx="8229600" cy="576263"/>
          </a:xfrm>
        </p:spPr>
        <p:txBody>
          <a:bodyPr rtlCol="0">
            <a:normAutofit fontScale="90000"/>
          </a:bodyPr>
          <a:lstStyle/>
          <a:p>
            <a:pPr eaLnBrk="1" fontAlgn="auto" hangingPunct="1">
              <a:spcAft>
                <a:spcPts val="0"/>
              </a:spcAft>
              <a:defRPr/>
            </a:pPr>
            <a:r>
              <a:rPr lang="en-US" altLang="en-US" dirty="0"/>
              <a:t>Producer </a:t>
            </a:r>
          </a:p>
        </p:txBody>
      </p:sp>
      <p:sp>
        <p:nvSpPr>
          <p:cNvPr id="30723" name="Rectangle 3">
            <a:extLst>
              <a:ext uri="{FF2B5EF4-FFF2-40B4-BE49-F238E27FC236}">
                <a16:creationId xmlns:a16="http://schemas.microsoft.com/office/drawing/2014/main" id="{FDB7531E-521F-44D3-9CC3-F84343C567AB}"/>
              </a:ext>
            </a:extLst>
          </p:cNvPr>
          <p:cNvSpPr>
            <a:spLocks noGrp="1"/>
          </p:cNvSpPr>
          <p:nvPr>
            <p:ph idx="1"/>
          </p:nvPr>
        </p:nvSpPr>
        <p:spPr>
          <a:xfrm>
            <a:off x="1087315" y="2300288"/>
            <a:ext cx="6732588" cy="4557712"/>
          </a:xfrm>
        </p:spPr>
        <p:txBody>
          <a:bodyPr/>
          <a:lstStyle/>
          <a:p>
            <a:pPr marL="0" indent="0" eaLnBrk="1" hangingPunct="1">
              <a:buFont typeface="Arial" panose="020B0604020202020204" pitchFamily="34" charset="0"/>
              <a:buNone/>
            </a:pPr>
            <a:r>
              <a:rPr lang="en-US" altLang="en-US" sz="1700" dirty="0">
                <a:latin typeface="Courier New" panose="02070309020205020404" pitchFamily="49" charset="0"/>
                <a:cs typeface="Courier New" panose="02070309020205020404" pitchFamily="49" charset="0"/>
              </a:rPr>
              <a:t>while (true) {</a:t>
            </a:r>
            <a:br>
              <a:rPr lang="en-US" altLang="en-US" sz="1700" dirty="0">
                <a:latin typeface="Courier New" panose="02070309020205020404" pitchFamily="49" charset="0"/>
                <a:cs typeface="Courier New" panose="02070309020205020404" pitchFamily="49" charset="0"/>
              </a:rPr>
            </a:br>
            <a:r>
              <a:rPr lang="en-US" altLang="en-US" sz="1700" dirty="0">
                <a:latin typeface="Courier New" panose="02070309020205020404" pitchFamily="49" charset="0"/>
                <a:cs typeface="Courier New" panose="02070309020205020404" pitchFamily="49" charset="0"/>
              </a:rPr>
              <a:t>	/* produce an item in next produced */ </a:t>
            </a:r>
          </a:p>
          <a:p>
            <a:pPr marL="0" indent="0" eaLnBrk="1" hangingPunct="1">
              <a:buFont typeface="Arial" panose="020B0604020202020204" pitchFamily="34" charset="0"/>
              <a:buNone/>
            </a:pPr>
            <a:r>
              <a:rPr lang="en-US" altLang="en-US" sz="1700" dirty="0">
                <a:latin typeface="Courier New" panose="02070309020205020404" pitchFamily="49" charset="0"/>
                <a:cs typeface="Courier New" panose="02070309020205020404" pitchFamily="49" charset="0"/>
              </a:rPr>
              <a:t>	</a:t>
            </a:r>
          </a:p>
          <a:p>
            <a:pPr marL="0" indent="0" eaLnBrk="1" hangingPunct="1">
              <a:buFont typeface="Arial" panose="020B0604020202020204" pitchFamily="34" charset="0"/>
              <a:buNone/>
            </a:pPr>
            <a:r>
              <a:rPr lang="en-US" altLang="en-US" sz="1700" dirty="0">
                <a:latin typeface="Courier New" panose="02070309020205020404" pitchFamily="49" charset="0"/>
                <a:cs typeface="Courier New" panose="02070309020205020404" pitchFamily="49" charset="0"/>
              </a:rPr>
              <a:t>	while (counter == BUFFER_SIZE) ; </a:t>
            </a:r>
          </a:p>
          <a:p>
            <a:pPr marL="0" indent="0" eaLnBrk="1" hangingPunct="1">
              <a:buFont typeface="Arial" panose="020B0604020202020204" pitchFamily="34" charset="0"/>
              <a:buNone/>
            </a:pPr>
            <a:r>
              <a:rPr lang="en-US" altLang="en-US" sz="1700" dirty="0">
                <a:latin typeface="Courier New" panose="02070309020205020404" pitchFamily="49" charset="0"/>
                <a:cs typeface="Courier New" panose="02070309020205020404" pitchFamily="49" charset="0"/>
              </a:rPr>
              <a:t>		/* do nothing */ </a:t>
            </a:r>
          </a:p>
          <a:p>
            <a:pPr marL="0" indent="0" eaLnBrk="1" hangingPunct="1">
              <a:buFont typeface="Arial" panose="020B0604020202020204" pitchFamily="34" charset="0"/>
              <a:buNone/>
            </a:pPr>
            <a:r>
              <a:rPr lang="en-US" altLang="en-US" sz="1700" dirty="0">
                <a:latin typeface="Courier New" panose="02070309020205020404" pitchFamily="49" charset="0"/>
                <a:cs typeface="Courier New" panose="02070309020205020404" pitchFamily="49" charset="0"/>
              </a:rPr>
              <a:t>	buffer[in] = </a:t>
            </a:r>
            <a:r>
              <a:rPr lang="en-US" altLang="en-US" sz="1700" dirty="0" err="1">
                <a:latin typeface="Courier New" panose="02070309020205020404" pitchFamily="49" charset="0"/>
                <a:cs typeface="Courier New" panose="02070309020205020404" pitchFamily="49" charset="0"/>
              </a:rPr>
              <a:t>next_produced</a:t>
            </a:r>
            <a:r>
              <a:rPr lang="en-US" altLang="en-US" sz="1700" dirty="0">
                <a:latin typeface="Courier New" panose="02070309020205020404" pitchFamily="49" charset="0"/>
                <a:cs typeface="Courier New" panose="02070309020205020404" pitchFamily="49" charset="0"/>
              </a:rPr>
              <a:t>; </a:t>
            </a:r>
          </a:p>
          <a:p>
            <a:pPr marL="0" indent="0" eaLnBrk="1" hangingPunct="1">
              <a:buFont typeface="Arial" panose="020B0604020202020204" pitchFamily="34" charset="0"/>
              <a:buNone/>
            </a:pPr>
            <a:r>
              <a:rPr lang="en-US" altLang="en-US" sz="1700" dirty="0">
                <a:latin typeface="Courier New" panose="02070309020205020404" pitchFamily="49" charset="0"/>
                <a:cs typeface="Courier New" panose="02070309020205020404" pitchFamily="49" charset="0"/>
              </a:rPr>
              <a:t>	in = (in + 1) % BUFFER_SIZE; </a:t>
            </a:r>
          </a:p>
          <a:p>
            <a:pPr marL="0" indent="0" eaLnBrk="1" hangingPunct="1">
              <a:buFont typeface="Arial" panose="020B0604020202020204" pitchFamily="34" charset="0"/>
              <a:buNone/>
            </a:pPr>
            <a:r>
              <a:rPr lang="en-US" altLang="en-US" sz="1700" dirty="0">
                <a:latin typeface="Courier New" panose="02070309020205020404" pitchFamily="49" charset="0"/>
                <a:cs typeface="Courier New" panose="02070309020205020404" pitchFamily="49" charset="0"/>
              </a:rPr>
              <a:t>	counter++; </a:t>
            </a:r>
          </a:p>
          <a:p>
            <a:pPr marL="0" indent="0" eaLnBrk="1" hangingPunct="1">
              <a:buFont typeface="Arial" panose="020B0604020202020204" pitchFamily="34" charset="0"/>
              <a:buNone/>
            </a:pPr>
            <a:r>
              <a:rPr lang="en-US" altLang="en-US" sz="1700" dirty="0">
                <a:latin typeface="Courier New" panose="02070309020205020404" pitchFamily="49" charset="0"/>
                <a:cs typeface="Courier New" panose="02070309020205020404" pitchFamily="49"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44C99C0-0E22-479A-A4E0-9509F0644217}"/>
              </a:ext>
            </a:extLst>
          </p:cNvPr>
          <p:cNvSpPr>
            <a:spLocks noGrp="1" noChangeArrowheads="1"/>
          </p:cNvSpPr>
          <p:nvPr>
            <p:ph type="title"/>
          </p:nvPr>
        </p:nvSpPr>
        <p:spPr>
          <a:xfrm>
            <a:off x="548323" y="973931"/>
            <a:ext cx="8229600" cy="576263"/>
          </a:xfrm>
        </p:spPr>
        <p:txBody>
          <a:bodyPr rtlCol="0">
            <a:normAutofit fontScale="90000"/>
          </a:bodyPr>
          <a:lstStyle/>
          <a:p>
            <a:pPr eaLnBrk="1" fontAlgn="auto" hangingPunct="1">
              <a:spcAft>
                <a:spcPts val="0"/>
              </a:spcAft>
              <a:defRPr/>
            </a:pPr>
            <a:r>
              <a:rPr lang="en-US" altLang="en-US" dirty="0"/>
              <a:t>Consumer</a:t>
            </a:r>
          </a:p>
        </p:txBody>
      </p:sp>
      <p:sp>
        <p:nvSpPr>
          <p:cNvPr id="32771" name="Rectangle 3">
            <a:extLst>
              <a:ext uri="{FF2B5EF4-FFF2-40B4-BE49-F238E27FC236}">
                <a16:creationId xmlns:a16="http://schemas.microsoft.com/office/drawing/2014/main" id="{C6C2C097-BF36-4522-BF38-19E7367C1633}"/>
              </a:ext>
            </a:extLst>
          </p:cNvPr>
          <p:cNvSpPr>
            <a:spLocks noGrp="1"/>
          </p:cNvSpPr>
          <p:nvPr>
            <p:ph idx="1"/>
          </p:nvPr>
        </p:nvSpPr>
        <p:spPr>
          <a:xfrm>
            <a:off x="1474958" y="2345275"/>
            <a:ext cx="6877050" cy="4860925"/>
          </a:xfrm>
        </p:spPr>
        <p:txBody>
          <a:bodyPr/>
          <a:lstStyle/>
          <a:p>
            <a:pPr marL="0" indent="0" eaLnBrk="1" hangingPunct="1">
              <a:buFont typeface="Arial" panose="020B0604020202020204" pitchFamily="34" charset="0"/>
              <a:buNone/>
            </a:pPr>
            <a:r>
              <a:rPr lang="en-US" altLang="en-US" sz="1600" dirty="0">
                <a:latin typeface="Courier New" panose="02070309020205020404" pitchFamily="49" charset="0"/>
                <a:cs typeface="Courier New" panose="02070309020205020404" pitchFamily="49" charset="0"/>
              </a:rPr>
              <a:t>while (true) {</a:t>
            </a:r>
          </a:p>
          <a:p>
            <a:pPr marL="0" indent="0" eaLnBrk="1" hangingPunct="1">
              <a:buFont typeface="Arial" panose="020B0604020202020204" pitchFamily="34" charset="0"/>
              <a:buNone/>
            </a:pPr>
            <a:r>
              <a:rPr lang="en-US" altLang="en-US" sz="1600" dirty="0">
                <a:latin typeface="Courier New" panose="02070309020205020404" pitchFamily="49" charset="0"/>
                <a:cs typeface="Courier New" panose="02070309020205020404" pitchFamily="49" charset="0"/>
              </a:rPr>
              <a:t>	while (counter == 0) </a:t>
            </a:r>
          </a:p>
          <a:p>
            <a:pPr marL="0" indent="0" eaLnBrk="1" hangingPunct="1">
              <a:buFont typeface="Arial" panose="020B0604020202020204" pitchFamily="34" charset="0"/>
              <a:buNone/>
            </a:pPr>
            <a:r>
              <a:rPr lang="en-US" altLang="en-US" sz="1600" dirty="0">
                <a:latin typeface="Courier New" panose="02070309020205020404" pitchFamily="49" charset="0"/>
                <a:cs typeface="Courier New" panose="02070309020205020404" pitchFamily="49" charset="0"/>
              </a:rPr>
              <a:t>		; /* do nothing */ </a:t>
            </a:r>
          </a:p>
          <a:p>
            <a:pPr marL="0" indent="0" eaLnBrk="1" hangingPunct="1">
              <a:buFont typeface="Arial" panose="020B0604020202020204" pitchFamily="34" charset="0"/>
              <a:buNone/>
            </a:pPr>
            <a:r>
              <a:rPr lang="en-US" altLang="en-US" sz="1600" dirty="0">
                <a:latin typeface="Courier New" panose="02070309020205020404" pitchFamily="49" charset="0"/>
                <a:cs typeface="Courier New" panose="02070309020205020404" pitchFamily="49" charset="0"/>
              </a:rPr>
              <a:t>	</a:t>
            </a:r>
            <a:r>
              <a:rPr lang="en-US" altLang="en-US" sz="1600" dirty="0" err="1">
                <a:latin typeface="Courier New" panose="02070309020205020404" pitchFamily="49" charset="0"/>
                <a:cs typeface="Courier New" panose="02070309020205020404" pitchFamily="49" charset="0"/>
              </a:rPr>
              <a:t>next_consumed</a:t>
            </a:r>
            <a:r>
              <a:rPr lang="en-US" altLang="en-US" sz="1600" dirty="0">
                <a:latin typeface="Courier New" panose="02070309020205020404" pitchFamily="49" charset="0"/>
                <a:cs typeface="Courier New" panose="02070309020205020404" pitchFamily="49" charset="0"/>
              </a:rPr>
              <a:t> = buffer[out]; </a:t>
            </a:r>
          </a:p>
          <a:p>
            <a:pPr marL="0" indent="0" eaLnBrk="1" hangingPunct="1">
              <a:buFont typeface="Arial" panose="020B0604020202020204" pitchFamily="34" charset="0"/>
              <a:buNone/>
            </a:pPr>
            <a:r>
              <a:rPr lang="en-US" altLang="en-US" sz="1600" dirty="0">
                <a:latin typeface="Courier New" panose="02070309020205020404" pitchFamily="49" charset="0"/>
                <a:cs typeface="Courier New" panose="02070309020205020404" pitchFamily="49" charset="0"/>
              </a:rPr>
              <a:t>	out = (out + 1) % BUFFER_SIZE; 	</a:t>
            </a:r>
          </a:p>
          <a:p>
            <a:pPr marL="0" indent="0" eaLnBrk="1" hangingPunct="1">
              <a:buFont typeface="Arial" panose="020B0604020202020204" pitchFamily="34" charset="0"/>
              <a:buNone/>
            </a:pPr>
            <a:r>
              <a:rPr lang="en-US" altLang="en-US" sz="1600" dirty="0">
                <a:latin typeface="Courier New" panose="02070309020205020404" pitchFamily="49" charset="0"/>
                <a:cs typeface="Courier New" panose="02070309020205020404" pitchFamily="49" charset="0"/>
              </a:rPr>
              <a:t>        counter--; </a:t>
            </a:r>
          </a:p>
          <a:p>
            <a:pPr marL="0" indent="0" eaLnBrk="1" hangingPunct="1">
              <a:buFont typeface="Arial" panose="020B0604020202020204" pitchFamily="34" charset="0"/>
              <a:buNone/>
            </a:pPr>
            <a:r>
              <a:rPr lang="en-US" altLang="en-US" sz="1600" dirty="0">
                <a:latin typeface="Courier New" panose="02070309020205020404" pitchFamily="49" charset="0"/>
                <a:cs typeface="Courier New" panose="02070309020205020404" pitchFamily="49" charset="0"/>
              </a:rPr>
              <a:t>	/* consume the item in next consumed */ </a:t>
            </a:r>
          </a:p>
          <a:p>
            <a:pPr marL="0" indent="0" eaLnBrk="1" hangingPunct="1">
              <a:buFont typeface="Arial" panose="020B0604020202020204" pitchFamily="34" charset="0"/>
              <a:buNone/>
            </a:pPr>
            <a:r>
              <a:rPr lang="en-US" altLang="en-US" sz="1600" dirty="0">
                <a:latin typeface="Courier New" panose="02070309020205020404" pitchFamily="49" charset="0"/>
                <a:cs typeface="Courier New" panose="02070309020205020404" pitchFamily="49"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a:extLst>
              <a:ext uri="{FF2B5EF4-FFF2-40B4-BE49-F238E27FC236}">
                <a16:creationId xmlns:a16="http://schemas.microsoft.com/office/drawing/2014/main" id="{55A26205-2012-4FD5-AF3F-387E9768C017}"/>
              </a:ext>
            </a:extLst>
          </p:cNvPr>
          <p:cNvSpPr>
            <a:spLocks noGrp="1" noChangeArrowheads="1"/>
          </p:cNvSpPr>
          <p:nvPr>
            <p:ph type="title"/>
          </p:nvPr>
        </p:nvSpPr>
        <p:spPr>
          <a:xfrm>
            <a:off x="757311" y="915011"/>
            <a:ext cx="8229600" cy="576262"/>
          </a:xfrm>
        </p:spPr>
        <p:txBody>
          <a:bodyPr rtlCol="0">
            <a:normAutofit fontScale="90000"/>
          </a:bodyPr>
          <a:lstStyle/>
          <a:p>
            <a:pPr eaLnBrk="1" fontAlgn="auto" hangingPunct="1">
              <a:spcAft>
                <a:spcPts val="0"/>
              </a:spcAft>
              <a:defRPr/>
            </a:pPr>
            <a:r>
              <a:rPr lang="en-US" altLang="en-US" dirty="0"/>
              <a:t>Race Condition</a:t>
            </a:r>
          </a:p>
        </p:txBody>
      </p:sp>
      <p:sp>
        <p:nvSpPr>
          <p:cNvPr id="34819" name="Rectangle 1027">
            <a:extLst>
              <a:ext uri="{FF2B5EF4-FFF2-40B4-BE49-F238E27FC236}">
                <a16:creationId xmlns:a16="http://schemas.microsoft.com/office/drawing/2014/main" id="{3E442128-EFBF-4265-B9D2-25250E4F3887}"/>
              </a:ext>
            </a:extLst>
          </p:cNvPr>
          <p:cNvSpPr>
            <a:spLocks noGrp="1"/>
          </p:cNvSpPr>
          <p:nvPr>
            <p:ph idx="1"/>
          </p:nvPr>
        </p:nvSpPr>
        <p:spPr>
          <a:xfrm>
            <a:off x="1220593" y="2120460"/>
            <a:ext cx="8067675" cy="5173663"/>
          </a:xfrm>
        </p:spPr>
        <p:txBody>
          <a:bodyPr/>
          <a:lstStyle/>
          <a:p>
            <a:pPr eaLnBrk="1" hangingPunct="1"/>
            <a:r>
              <a:rPr lang="en-US" altLang="en-US" b="1" dirty="0">
                <a:solidFill>
                  <a:srgbClr val="000000"/>
                </a:solidFill>
                <a:latin typeface="Courier New" panose="02070309020205020404" pitchFamily="49" charset="0"/>
                <a:cs typeface="Courier New" panose="02070309020205020404" pitchFamily="49" charset="0"/>
              </a:rPr>
              <a:t>counter++ </a:t>
            </a:r>
            <a:r>
              <a:rPr lang="en-US" altLang="en-US" sz="1600" dirty="0"/>
              <a:t>could be implemented as</a:t>
            </a:r>
            <a:br>
              <a:rPr lang="en-US" altLang="en-US" sz="1600" dirty="0"/>
            </a:br>
            <a:br>
              <a:rPr lang="en-US" altLang="en-US" sz="1600" dirty="0"/>
            </a:br>
            <a:r>
              <a:rPr lang="en-US" altLang="en-US" sz="1600" b="1" dirty="0">
                <a:latin typeface="Courier New" panose="02070309020205020404" pitchFamily="49" charset="0"/>
                <a:cs typeface="Courier New" panose="02070309020205020404" pitchFamily="49" charset="0"/>
              </a:rPr>
              <a:t>     </a:t>
            </a:r>
            <a:r>
              <a:rPr lang="en-US" altLang="en-US" sz="1600" b="1" dirty="0">
                <a:solidFill>
                  <a:srgbClr val="0000FF"/>
                </a:solidFill>
                <a:latin typeface="Courier New" panose="02070309020205020404" pitchFamily="49" charset="0"/>
                <a:cs typeface="Courier New" panose="02070309020205020404" pitchFamily="49" charset="0"/>
              </a:rPr>
              <a:t>register1 = counter</a:t>
            </a:r>
            <a:br>
              <a:rPr lang="en-US" altLang="en-US" sz="1600" b="1" dirty="0">
                <a:solidFill>
                  <a:srgbClr val="0000FF"/>
                </a:solidFill>
                <a:latin typeface="Courier New" panose="02070309020205020404" pitchFamily="49" charset="0"/>
                <a:cs typeface="Courier New" panose="02070309020205020404" pitchFamily="49" charset="0"/>
              </a:rPr>
            </a:br>
            <a:r>
              <a:rPr lang="en-US" altLang="en-US" sz="1600" b="1" dirty="0">
                <a:solidFill>
                  <a:srgbClr val="0000FF"/>
                </a:solidFill>
                <a:latin typeface="Courier New" panose="02070309020205020404" pitchFamily="49" charset="0"/>
                <a:cs typeface="Courier New" panose="02070309020205020404" pitchFamily="49" charset="0"/>
              </a:rPr>
              <a:t>     register1 = register1 + 1</a:t>
            </a:r>
            <a:br>
              <a:rPr lang="en-US" altLang="en-US" sz="1600" b="1" dirty="0">
                <a:solidFill>
                  <a:srgbClr val="0000FF"/>
                </a:solidFill>
                <a:latin typeface="Courier New" panose="02070309020205020404" pitchFamily="49" charset="0"/>
                <a:cs typeface="Courier New" panose="02070309020205020404" pitchFamily="49" charset="0"/>
              </a:rPr>
            </a:br>
            <a:r>
              <a:rPr lang="en-US" altLang="en-US" sz="1600" b="1" dirty="0">
                <a:solidFill>
                  <a:srgbClr val="0000FF"/>
                </a:solidFill>
                <a:latin typeface="Courier New" panose="02070309020205020404" pitchFamily="49" charset="0"/>
                <a:cs typeface="Courier New" panose="02070309020205020404" pitchFamily="49" charset="0"/>
              </a:rPr>
              <a:t>     counter = register1</a:t>
            </a:r>
            <a:endParaRPr lang="en-US" altLang="en-US" sz="800" dirty="0">
              <a:solidFill>
                <a:srgbClr val="0000FF"/>
              </a:solidFill>
            </a:endParaRPr>
          </a:p>
          <a:p>
            <a:pPr eaLnBrk="1" hangingPunct="1"/>
            <a:r>
              <a:rPr lang="en-US" altLang="en-US" b="1" dirty="0">
                <a:solidFill>
                  <a:srgbClr val="000000"/>
                </a:solidFill>
                <a:latin typeface="Courier New" panose="02070309020205020404" pitchFamily="49" charset="0"/>
                <a:cs typeface="Courier New" panose="02070309020205020404" pitchFamily="49" charset="0"/>
              </a:rPr>
              <a:t>counter--</a:t>
            </a:r>
            <a:r>
              <a:rPr lang="en-US" altLang="en-US" sz="1600" b="1" dirty="0">
                <a:solidFill>
                  <a:schemeClr val="tx2"/>
                </a:solidFill>
                <a:latin typeface="Courier New" panose="02070309020205020404" pitchFamily="49" charset="0"/>
                <a:cs typeface="Courier New" panose="02070309020205020404" pitchFamily="49" charset="0"/>
              </a:rPr>
              <a:t> </a:t>
            </a:r>
            <a:r>
              <a:rPr lang="en-US" altLang="en-US" sz="1600" dirty="0"/>
              <a:t>could be implemented as</a:t>
            </a:r>
            <a:br>
              <a:rPr lang="en-US" altLang="en-US" sz="1600" dirty="0"/>
            </a:br>
            <a:br>
              <a:rPr lang="en-US" altLang="en-US" sz="1600" dirty="0"/>
            </a:br>
            <a:r>
              <a:rPr lang="en-US" altLang="en-US" sz="1600" b="1" dirty="0">
                <a:latin typeface="Courier New" panose="02070309020205020404" pitchFamily="49" charset="0"/>
                <a:cs typeface="Courier New" panose="02070309020205020404" pitchFamily="49" charset="0"/>
              </a:rPr>
              <a:t>     </a:t>
            </a:r>
            <a:r>
              <a:rPr lang="en-US" altLang="en-US" sz="1600" b="1" dirty="0">
                <a:solidFill>
                  <a:schemeClr val="tx2"/>
                </a:solidFill>
                <a:latin typeface="Courier New" panose="02070309020205020404" pitchFamily="49" charset="0"/>
                <a:cs typeface="Courier New" panose="02070309020205020404" pitchFamily="49" charset="0"/>
              </a:rPr>
              <a:t>register2 = counter</a:t>
            </a:r>
            <a:br>
              <a:rPr lang="en-US" altLang="en-US" sz="1600" b="1" dirty="0">
                <a:solidFill>
                  <a:schemeClr val="tx2"/>
                </a:solidFill>
                <a:latin typeface="Courier New" panose="02070309020205020404" pitchFamily="49" charset="0"/>
                <a:cs typeface="Courier New" panose="02070309020205020404" pitchFamily="49" charset="0"/>
              </a:rPr>
            </a:br>
            <a:r>
              <a:rPr lang="en-US" altLang="en-US" sz="1600" b="1" dirty="0">
                <a:solidFill>
                  <a:schemeClr val="tx2"/>
                </a:solidFill>
                <a:latin typeface="Courier New" panose="02070309020205020404" pitchFamily="49" charset="0"/>
                <a:cs typeface="Courier New" panose="02070309020205020404" pitchFamily="49" charset="0"/>
              </a:rPr>
              <a:t>     register2 = register2 - 1</a:t>
            </a:r>
            <a:br>
              <a:rPr lang="en-US" altLang="en-US" sz="1600" b="1" dirty="0">
                <a:solidFill>
                  <a:schemeClr val="tx2"/>
                </a:solidFill>
                <a:latin typeface="Courier New" panose="02070309020205020404" pitchFamily="49" charset="0"/>
                <a:cs typeface="Courier New" panose="02070309020205020404" pitchFamily="49" charset="0"/>
              </a:rPr>
            </a:br>
            <a:r>
              <a:rPr lang="en-US" altLang="en-US" sz="1600" b="1" dirty="0">
                <a:solidFill>
                  <a:schemeClr val="tx2"/>
                </a:solidFill>
                <a:latin typeface="Courier New" panose="02070309020205020404" pitchFamily="49" charset="0"/>
                <a:cs typeface="Courier New" panose="02070309020205020404" pitchFamily="49" charset="0"/>
              </a:rPr>
              <a:t>     counter = register2</a:t>
            </a:r>
          </a:p>
          <a:p>
            <a:pPr eaLnBrk="1" hangingPunct="1">
              <a:buFont typeface="Monotype Sorts" pitchFamily="-84" charset="2"/>
              <a:buNone/>
            </a:pPr>
            <a:endParaRPr lang="en-US" altLang="en-US" sz="800" dirty="0">
              <a:solidFill>
                <a:schemeClr val="tx2"/>
              </a:solidFill>
            </a:endParaRPr>
          </a:p>
          <a:p>
            <a:pPr eaLnBrk="1" hangingPunct="1"/>
            <a:r>
              <a:rPr lang="en-US" altLang="en-US" sz="1600" dirty="0"/>
              <a:t>Consider this execution interleaving with </a:t>
            </a:r>
            <a:r>
              <a:rPr lang="ja-JP" altLang="en-US" sz="1600" dirty="0"/>
              <a:t>“</a:t>
            </a:r>
            <a:r>
              <a:rPr lang="en-US" altLang="ja-JP" sz="1600" dirty="0"/>
              <a:t>count = 5</a:t>
            </a:r>
            <a:r>
              <a:rPr lang="ja-JP" altLang="en-US" sz="1600" dirty="0"/>
              <a:t>”</a:t>
            </a:r>
            <a:r>
              <a:rPr lang="en-US" altLang="ja-JP" sz="1600" dirty="0"/>
              <a:t> initially:</a:t>
            </a:r>
          </a:p>
          <a:p>
            <a:pPr lvl="1" eaLnBrk="1" hangingPunct="1">
              <a:buFont typeface="Monotype Sorts" pitchFamily="-84" charset="2"/>
              <a:buNone/>
            </a:pPr>
            <a:r>
              <a:rPr lang="en-US" altLang="en-US" sz="1600" dirty="0"/>
              <a:t>	S0: producer execute </a:t>
            </a:r>
            <a:r>
              <a:rPr lang="en-US" altLang="en-US" sz="1600" b="1" dirty="0">
                <a:solidFill>
                  <a:srgbClr val="0000FF"/>
                </a:solidFill>
                <a:latin typeface="Courier New" panose="02070309020205020404" pitchFamily="49" charset="0"/>
              </a:rPr>
              <a:t>register1 = counter</a:t>
            </a:r>
            <a:r>
              <a:rPr lang="en-US" altLang="en-US" sz="1600" b="1" dirty="0">
                <a:latin typeface="Courier New" panose="02070309020205020404" pitchFamily="49" charset="0"/>
              </a:rPr>
              <a:t>         </a:t>
            </a:r>
            <a:r>
              <a:rPr lang="en-US" altLang="en-US" sz="1600" dirty="0"/>
              <a:t>{register1 = 5}</a:t>
            </a:r>
            <a:br>
              <a:rPr lang="en-US" altLang="en-US" sz="1600" dirty="0"/>
            </a:br>
            <a:r>
              <a:rPr lang="en-US" altLang="en-US" sz="1600" dirty="0"/>
              <a:t>S1: producer execute </a:t>
            </a:r>
            <a:r>
              <a:rPr lang="en-US" altLang="en-US" sz="1600" b="1" dirty="0">
                <a:solidFill>
                  <a:srgbClr val="0000FF"/>
                </a:solidFill>
                <a:latin typeface="Courier New" panose="02070309020205020404" pitchFamily="49" charset="0"/>
              </a:rPr>
              <a:t>register1 = register1 + 1   </a:t>
            </a:r>
            <a:r>
              <a:rPr lang="en-US" altLang="en-US" sz="1600" dirty="0"/>
              <a:t>{register1 = 6} </a:t>
            </a:r>
            <a:br>
              <a:rPr lang="en-US" altLang="en-US" sz="1600" dirty="0"/>
            </a:br>
            <a:r>
              <a:rPr lang="en-US" altLang="en-US" sz="1600" dirty="0"/>
              <a:t>S2: consumer execute </a:t>
            </a:r>
            <a:r>
              <a:rPr lang="en-US" altLang="en-US" sz="1600" b="1" dirty="0">
                <a:solidFill>
                  <a:schemeClr val="tx2"/>
                </a:solidFill>
                <a:latin typeface="Courier New" panose="02070309020205020404" pitchFamily="49" charset="0"/>
              </a:rPr>
              <a:t>register2 = counter</a:t>
            </a:r>
            <a:r>
              <a:rPr lang="en-US" altLang="en-US" sz="1600" b="1" dirty="0">
                <a:latin typeface="Courier New" panose="02070309020205020404" pitchFamily="49" charset="0"/>
              </a:rPr>
              <a:t>        </a:t>
            </a:r>
            <a:r>
              <a:rPr lang="en-US" altLang="en-US" sz="1600" dirty="0"/>
              <a:t>{register2 = 5} </a:t>
            </a:r>
            <a:br>
              <a:rPr lang="en-US" altLang="en-US" sz="1600" dirty="0"/>
            </a:br>
            <a:r>
              <a:rPr lang="en-US" altLang="en-US" sz="1600" dirty="0"/>
              <a:t>S3: consumer execute </a:t>
            </a:r>
            <a:r>
              <a:rPr lang="en-US" altLang="en-US" sz="1600" b="1" dirty="0">
                <a:solidFill>
                  <a:schemeClr val="tx2"/>
                </a:solidFill>
                <a:latin typeface="Courier New" panose="02070309020205020404" pitchFamily="49" charset="0"/>
              </a:rPr>
              <a:t>register2 = register2 – 1  </a:t>
            </a:r>
            <a:r>
              <a:rPr lang="en-US" altLang="en-US" sz="1600" dirty="0"/>
              <a:t>{register2 = 4} </a:t>
            </a:r>
            <a:br>
              <a:rPr lang="en-US" altLang="en-US" sz="1600" dirty="0"/>
            </a:br>
            <a:r>
              <a:rPr lang="en-US" altLang="en-US" sz="1600" dirty="0"/>
              <a:t>S4: producer execute </a:t>
            </a:r>
            <a:r>
              <a:rPr lang="en-US" altLang="en-US" sz="1600" b="1" dirty="0">
                <a:solidFill>
                  <a:srgbClr val="0000FF"/>
                </a:solidFill>
                <a:latin typeface="Courier New" panose="02070309020205020404" pitchFamily="49" charset="0"/>
              </a:rPr>
              <a:t>counter = register1         </a:t>
            </a:r>
            <a:r>
              <a:rPr lang="en-US" altLang="en-US" sz="1600" dirty="0"/>
              <a:t>{counter = 6 } </a:t>
            </a:r>
            <a:br>
              <a:rPr lang="en-US" altLang="en-US" sz="1600" dirty="0"/>
            </a:br>
            <a:r>
              <a:rPr lang="en-US" altLang="en-US" sz="1600" dirty="0"/>
              <a:t>S5: consumer execute </a:t>
            </a:r>
            <a:r>
              <a:rPr lang="en-US" altLang="en-US" sz="1600" b="1" dirty="0">
                <a:solidFill>
                  <a:schemeClr val="tx2"/>
                </a:solidFill>
                <a:latin typeface="Courier New" panose="02070309020205020404" pitchFamily="49" charset="0"/>
              </a:rPr>
              <a:t>counter = register2        </a:t>
            </a:r>
            <a:r>
              <a:rPr lang="en-US" altLang="en-US" sz="1600" dirty="0"/>
              <a:t>{counter = 4}</a:t>
            </a:r>
          </a:p>
          <a:p>
            <a:pPr lvl="1" eaLnBrk="1" hangingPunct="1">
              <a:buFont typeface="Monotype Sorts" pitchFamily="-84" charset="2"/>
              <a:buNone/>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A2024FD-5D82-4CAD-90AB-CBA2DEB718D5}"/>
              </a:ext>
            </a:extLst>
          </p:cNvPr>
          <p:cNvSpPr>
            <a:spLocks noGrp="1"/>
          </p:cNvSpPr>
          <p:nvPr>
            <p:ph type="title"/>
          </p:nvPr>
        </p:nvSpPr>
        <p:spPr>
          <a:xfrm>
            <a:off x="914400" y="976314"/>
            <a:ext cx="8610600" cy="519113"/>
          </a:xfrm>
        </p:spPr>
        <p:txBody>
          <a:bodyPr/>
          <a:lstStyle/>
          <a:p>
            <a:pPr eaLnBrk="1" hangingPunct="1"/>
            <a:r>
              <a:rPr lang="en-US" altLang="en-US" sz="2800" dirty="0">
                <a:latin typeface="Times New Roman" panose="02020603050405020304" pitchFamily="18" charset="0"/>
              </a:rPr>
              <a:t>Race condition</a:t>
            </a:r>
            <a:endParaRPr lang="en-US" altLang="en-US" i="1" dirty="0">
              <a:latin typeface="Times New Roman" panose="02020603050405020304" pitchFamily="18" charset="0"/>
            </a:endParaRPr>
          </a:p>
        </p:txBody>
      </p:sp>
      <p:sp>
        <p:nvSpPr>
          <p:cNvPr id="36867" name="Rectangle 3">
            <a:extLst>
              <a:ext uri="{FF2B5EF4-FFF2-40B4-BE49-F238E27FC236}">
                <a16:creationId xmlns:a16="http://schemas.microsoft.com/office/drawing/2014/main" id="{B855F38E-4D5B-40E0-AB4F-2896B1D90CE9}"/>
              </a:ext>
            </a:extLst>
          </p:cNvPr>
          <p:cNvSpPr>
            <a:spLocks noGrp="1"/>
          </p:cNvSpPr>
          <p:nvPr>
            <p:ph idx="1"/>
          </p:nvPr>
        </p:nvSpPr>
        <p:spPr>
          <a:xfrm>
            <a:off x="739775" y="2183607"/>
            <a:ext cx="8785225" cy="3086100"/>
          </a:xfrm>
        </p:spPr>
        <p:txBody>
          <a:bodyPr/>
          <a:lstStyle/>
          <a:p>
            <a:pPr algn="just" eaLnBrk="1" hangingPunct="1">
              <a:spcBef>
                <a:spcPts val="600"/>
              </a:spcBef>
              <a:spcAft>
                <a:spcPts val="600"/>
              </a:spcAft>
            </a:pPr>
            <a:r>
              <a:rPr lang="en-US" altLang="en-US" sz="2400" i="1" dirty="0">
                <a:latin typeface="Times New Roman" panose="02020603050405020304" pitchFamily="18" charset="0"/>
              </a:rPr>
              <a:t>Race condition</a:t>
            </a:r>
            <a:r>
              <a:rPr lang="en-US" altLang="en-US" sz="2400" dirty="0">
                <a:latin typeface="Times New Roman" panose="02020603050405020304" pitchFamily="18" charset="0"/>
              </a:rPr>
              <a:t> is a situation where several processes access and manipulate the same data concurrently.</a:t>
            </a:r>
          </a:p>
          <a:p>
            <a:pPr lvl="1" algn="just" eaLnBrk="1" hangingPunct="1">
              <a:spcBef>
                <a:spcPts val="600"/>
              </a:spcBef>
              <a:spcAft>
                <a:spcPts val="600"/>
              </a:spcAft>
            </a:pPr>
            <a:r>
              <a:rPr lang="en-US" altLang="en-US" sz="2000" dirty="0">
                <a:latin typeface="Times New Roman" panose="02020603050405020304" pitchFamily="18" charset="0"/>
              </a:rPr>
              <a:t>The outcome of the execution depends on particular order in which the access takes place.</a:t>
            </a:r>
          </a:p>
          <a:p>
            <a:pPr eaLnBrk="1" hangingPunct="1"/>
            <a:r>
              <a:rPr lang="en-US" altLang="en-US" sz="2400" dirty="0">
                <a:latin typeface="Times New Roman" panose="02020603050405020304" pitchFamily="18" charset="0"/>
              </a:rPr>
              <a:t>In order to prevent race condition on </a:t>
            </a:r>
            <a:r>
              <a:rPr lang="en-US" altLang="en-US" sz="2400" i="1" dirty="0">
                <a:latin typeface="Times New Roman" panose="02020603050405020304" pitchFamily="18" charset="0"/>
              </a:rPr>
              <a:t>counter</a:t>
            </a:r>
            <a:r>
              <a:rPr lang="en-US" altLang="en-US" sz="2400" dirty="0">
                <a:latin typeface="Times New Roman" panose="02020603050405020304" pitchFamily="18" charset="0"/>
              </a:rPr>
              <a:t>, we need to ensure that only one process at a time can be manipulating </a:t>
            </a:r>
            <a:r>
              <a:rPr lang="en-US" altLang="en-US" sz="2400" i="1" dirty="0">
                <a:latin typeface="Times New Roman" panose="02020603050405020304" pitchFamily="18" charset="0"/>
              </a:rPr>
              <a:t>counter</a:t>
            </a:r>
            <a:r>
              <a:rPr lang="en-US" altLang="en-US" sz="2400" dirty="0">
                <a:latin typeface="Times New Roman" panose="02020603050405020304" pitchFamily="18" charset="0"/>
              </a:rPr>
              <a:t> </a:t>
            </a:r>
          </a:p>
          <a:p>
            <a:pPr lvl="1" eaLnBrk="1" hangingPunct="1"/>
            <a:r>
              <a:rPr lang="en-US" altLang="en-US" sz="2000" dirty="0">
                <a:latin typeface="Times New Roman" panose="02020603050405020304" pitchFamily="18" charset="0"/>
              </a:rPr>
              <a:t>We need some form of </a:t>
            </a:r>
            <a:r>
              <a:rPr lang="en-US" altLang="en-US" sz="2000" i="1" dirty="0">
                <a:latin typeface="Times New Roman" panose="02020603050405020304" pitchFamily="18" charset="0"/>
              </a:rPr>
              <a:t>process synchronization</a:t>
            </a:r>
            <a:r>
              <a:rPr lang="en-US" altLang="en-US" sz="2000" dirty="0">
                <a:latin typeface="Times New Roman" panose="02020603050405020304" pitchFamily="18" charset="0"/>
              </a:rPr>
              <a:t>.</a:t>
            </a:r>
          </a:p>
        </p:txBody>
      </p:sp>
      <p:sp>
        <p:nvSpPr>
          <p:cNvPr id="36868" name="Slide Number Placeholder 5">
            <a:extLst>
              <a:ext uri="{FF2B5EF4-FFF2-40B4-BE49-F238E27FC236}">
                <a16:creationId xmlns:a16="http://schemas.microsoft.com/office/drawing/2014/main" id="{F60BE10F-4452-4BB1-9601-68D3F7557E77}"/>
              </a:ext>
            </a:extLst>
          </p:cNvPr>
          <p:cNvSpPr>
            <a:spLocks noGrp="1"/>
          </p:cNvSpPr>
          <p:nvPr>
            <p:ph type="sldNum" sz="quarter" idx="12"/>
          </p:nvPr>
        </p:nvSpPr>
        <p:spPr bwMode="auto">
          <a:xfrm>
            <a:off x="9525000" y="62484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eaLnBrk="1" hangingPunct="1">
              <a:lnSpc>
                <a:spcPct val="100000"/>
              </a:lnSpc>
              <a:spcBef>
                <a:spcPct val="0"/>
              </a:spcBef>
              <a:buFontTx/>
              <a:buNone/>
            </a:pPr>
            <a:fld id="{C8D768BD-DAF0-4689-A4DC-ECD7C9412F2F}" type="slidenum">
              <a:rPr lang="en-AU" altLang="en-US" sz="1400">
                <a:latin typeface="Times New Roman" panose="02020603050405020304" pitchFamily="18" charset="0"/>
              </a:rPr>
              <a:pPr eaLnBrk="1" hangingPunct="1">
                <a:lnSpc>
                  <a:spcPct val="100000"/>
                </a:lnSpc>
                <a:spcBef>
                  <a:spcPct val="0"/>
                </a:spcBef>
                <a:buFontTx/>
                <a:buNone/>
              </a:pPr>
              <a:t>7</a:t>
            </a:fld>
            <a:endParaRPr lang="en-AU" altLang="en-US" sz="1400">
              <a:latin typeface="Times New Roman" panose="02020603050405020304" pitchFamily="18" charset="0"/>
            </a:endParaRPr>
          </a:p>
        </p:txBody>
      </p:sp>
      <p:pic>
        <p:nvPicPr>
          <p:cNvPr id="36869" name="Picture 4" descr="Image result for race condition example">
            <a:extLst>
              <a:ext uri="{FF2B5EF4-FFF2-40B4-BE49-F238E27FC236}">
                <a16:creationId xmlns:a16="http://schemas.microsoft.com/office/drawing/2014/main" id="{ACC7B3BE-E64B-4401-9D9A-60B67BCBF9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1569" y="4291013"/>
            <a:ext cx="3552825"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A171895E-4098-42EE-AFA2-D8979E080F81}"/>
              </a:ext>
            </a:extLst>
          </p:cNvPr>
          <p:cNvSpPr>
            <a:spLocks noGrp="1"/>
          </p:cNvSpPr>
          <p:nvPr>
            <p:ph type="title"/>
          </p:nvPr>
        </p:nvSpPr>
        <p:spPr>
          <a:xfrm>
            <a:off x="855784" y="975336"/>
            <a:ext cx="8229600" cy="576262"/>
          </a:xfrm>
        </p:spPr>
        <p:txBody>
          <a:bodyPr rtlCol="0">
            <a:normAutofit fontScale="90000"/>
          </a:bodyPr>
          <a:lstStyle/>
          <a:p>
            <a:pPr eaLnBrk="1" fontAlgn="auto" hangingPunct="1">
              <a:spcAft>
                <a:spcPts val="0"/>
              </a:spcAft>
              <a:defRPr/>
            </a:pPr>
            <a:r>
              <a:rPr lang="en-US" altLang="en-US" dirty="0"/>
              <a:t>Critical Section Problem</a:t>
            </a:r>
          </a:p>
        </p:txBody>
      </p:sp>
      <p:sp>
        <p:nvSpPr>
          <p:cNvPr id="20483" name="Content Placeholder 2">
            <a:extLst>
              <a:ext uri="{FF2B5EF4-FFF2-40B4-BE49-F238E27FC236}">
                <a16:creationId xmlns:a16="http://schemas.microsoft.com/office/drawing/2014/main" id="{1DF521D3-343A-4E4E-849E-40B22EA2CF13}"/>
              </a:ext>
            </a:extLst>
          </p:cNvPr>
          <p:cNvSpPr>
            <a:spLocks noGrp="1"/>
          </p:cNvSpPr>
          <p:nvPr>
            <p:ph idx="1"/>
          </p:nvPr>
        </p:nvSpPr>
        <p:spPr>
          <a:xfrm>
            <a:off x="743366" y="2285439"/>
            <a:ext cx="9829800" cy="5292975"/>
          </a:xfrm>
        </p:spPr>
        <p:txBody>
          <a:bodyPr rtlCol="0">
            <a:normAutofit/>
          </a:bodyPr>
          <a:lstStyle/>
          <a:p>
            <a:pPr eaLnBrk="1" fontAlgn="auto" hangingPunct="1">
              <a:spcAft>
                <a:spcPts val="0"/>
              </a:spcAft>
              <a:defRPr/>
            </a:pPr>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pPr eaLnBrk="1" fontAlgn="auto" hangingPunct="1">
              <a:spcAft>
                <a:spcPts val="0"/>
              </a:spcAft>
              <a:defRPr/>
            </a:pPr>
            <a:r>
              <a:rPr lang="en-US" altLang="en-US" dirty="0"/>
              <a:t>Each process has </a:t>
            </a:r>
            <a:r>
              <a:rPr lang="en-US" altLang="en-US" b="1" dirty="0">
                <a:solidFill>
                  <a:srgbClr val="3366FF"/>
                </a:solidFill>
              </a:rPr>
              <a:t>critical section </a:t>
            </a:r>
            <a:r>
              <a:rPr lang="en-US" altLang="en-US" dirty="0"/>
              <a:t>segment of code</a:t>
            </a:r>
          </a:p>
          <a:p>
            <a:pPr lvl="1" eaLnBrk="1" fontAlgn="auto" hangingPunct="1">
              <a:spcAft>
                <a:spcPts val="0"/>
              </a:spcAft>
              <a:defRPr/>
            </a:pPr>
            <a:r>
              <a:rPr lang="en-US" altLang="en-US" dirty="0"/>
              <a:t>Process may be changing common variables, updating table, writing file, </a:t>
            </a:r>
            <a:r>
              <a:rPr lang="en-US" altLang="en-US" dirty="0" err="1"/>
              <a:t>etc</a:t>
            </a:r>
            <a:endParaRPr lang="en-US" altLang="en-US" dirty="0"/>
          </a:p>
          <a:p>
            <a:pPr lvl="1" eaLnBrk="1" fontAlgn="auto" hangingPunct="1">
              <a:spcAft>
                <a:spcPts val="0"/>
              </a:spcAft>
              <a:defRPr/>
            </a:pPr>
            <a:r>
              <a:rPr lang="en-US" altLang="en-US" dirty="0"/>
              <a:t>When one process in critical section, no other may be in its critical section</a:t>
            </a:r>
          </a:p>
          <a:p>
            <a:pPr eaLnBrk="1" fontAlgn="auto" hangingPunct="1">
              <a:spcAft>
                <a:spcPts val="0"/>
              </a:spcAft>
              <a:defRPr/>
            </a:pPr>
            <a:r>
              <a:rPr lang="en-US" altLang="en-US" b="1" i="1" dirty="0"/>
              <a:t>Critical section problem </a:t>
            </a:r>
            <a:r>
              <a:rPr lang="en-US" altLang="en-US" dirty="0"/>
              <a:t>is to design protocol to solve this</a:t>
            </a:r>
          </a:p>
          <a:p>
            <a:pPr eaLnBrk="1" fontAlgn="auto" hangingPunct="1">
              <a:spcAft>
                <a:spcPts val="0"/>
              </a:spcAft>
              <a:defRPr/>
            </a:pPr>
            <a:r>
              <a:rPr lang="en-US" altLang="en-US" dirty="0"/>
              <a:t>Each process must ask permission to enter critical section in </a:t>
            </a:r>
            <a:r>
              <a:rPr lang="en-US" altLang="en-US" b="1" dirty="0">
                <a:solidFill>
                  <a:srgbClr val="3366FF"/>
                </a:solidFill>
              </a:rPr>
              <a:t>entry section</a:t>
            </a:r>
            <a:r>
              <a:rPr lang="en-US" altLang="en-US" dirty="0"/>
              <a:t>, may follow critical section with </a:t>
            </a:r>
            <a:r>
              <a:rPr lang="en-US" altLang="en-US" b="1" dirty="0">
                <a:solidFill>
                  <a:srgbClr val="3366FF"/>
                </a:solidFill>
              </a:rPr>
              <a:t>exit section</a:t>
            </a:r>
            <a:r>
              <a:rPr lang="en-US" altLang="en-US" dirty="0"/>
              <a:t>, then </a:t>
            </a:r>
            <a:r>
              <a:rPr lang="en-US" altLang="en-US" b="1" dirty="0">
                <a:solidFill>
                  <a:srgbClr val="3366FF"/>
                </a:solidFill>
              </a:rPr>
              <a:t>remainder section</a:t>
            </a:r>
          </a:p>
          <a:p>
            <a:pPr eaLnBrk="1" fontAlgn="auto" hangingPunct="1">
              <a:spcAft>
                <a:spcPts val="0"/>
              </a:spcAft>
              <a:defRPr/>
            </a:pPr>
            <a:endParaRPr lang="en-US" altLang="en-US" b="1" dirty="0">
              <a:solidFill>
                <a:srgbClr val="3366FF"/>
              </a:solidFill>
            </a:endParaRPr>
          </a:p>
          <a:p>
            <a:pPr eaLnBrk="1" fontAlgn="auto" hangingPunct="1">
              <a:spcAft>
                <a:spcPts val="0"/>
              </a:spcAft>
              <a:buFont typeface="Monotype Sorts" pitchFamily="-84" charset="2"/>
              <a:buNone/>
              <a:defRPr/>
            </a:pP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35D4ED7-1DA9-41F7-B989-E520E722CE16}"/>
              </a:ext>
            </a:extLst>
          </p:cNvPr>
          <p:cNvSpPr>
            <a:spLocks noGrp="1"/>
          </p:cNvSpPr>
          <p:nvPr>
            <p:ph type="title"/>
          </p:nvPr>
        </p:nvSpPr>
        <p:spPr>
          <a:xfrm>
            <a:off x="768230" y="921811"/>
            <a:ext cx="8229600" cy="576262"/>
          </a:xfrm>
        </p:spPr>
        <p:txBody>
          <a:bodyPr rtlCol="0">
            <a:normAutofit fontScale="90000"/>
          </a:bodyPr>
          <a:lstStyle/>
          <a:p>
            <a:pPr eaLnBrk="1" fontAlgn="auto" hangingPunct="1">
              <a:spcAft>
                <a:spcPts val="0"/>
              </a:spcAft>
              <a:defRPr/>
            </a:pPr>
            <a:r>
              <a:rPr lang="en-US" altLang="en-US" dirty="0"/>
              <a:t>Critical Section</a:t>
            </a:r>
          </a:p>
        </p:txBody>
      </p:sp>
      <p:sp>
        <p:nvSpPr>
          <p:cNvPr id="39939" name="Content Placeholder 2">
            <a:extLst>
              <a:ext uri="{FF2B5EF4-FFF2-40B4-BE49-F238E27FC236}">
                <a16:creationId xmlns:a16="http://schemas.microsoft.com/office/drawing/2014/main" id="{52183D1E-89FC-4D46-A1A9-A14AAA25A945}"/>
              </a:ext>
            </a:extLst>
          </p:cNvPr>
          <p:cNvSpPr>
            <a:spLocks noGrp="1"/>
          </p:cNvSpPr>
          <p:nvPr>
            <p:ph idx="1"/>
          </p:nvPr>
        </p:nvSpPr>
        <p:spPr/>
        <p:txBody>
          <a:bodyPr/>
          <a:lstStyle/>
          <a:p>
            <a:pPr eaLnBrk="1" hangingPunct="1"/>
            <a:r>
              <a:rPr lang="en-US" altLang="en-US"/>
              <a:t>General structure of process </a:t>
            </a:r>
            <a:r>
              <a:rPr lang="en-US" altLang="en-US" b="1" i="1"/>
              <a:t>P</a:t>
            </a:r>
            <a:r>
              <a:rPr lang="en-US" altLang="en-US" b="1" i="1" baseline="-25000"/>
              <a:t>i  </a:t>
            </a:r>
            <a:endParaRPr lang="en-US" altLang="en-US"/>
          </a:p>
          <a:p>
            <a:pPr eaLnBrk="1" hangingPunct="1"/>
            <a:endParaRPr lang="en-US" altLang="en-US" b="1">
              <a:solidFill>
                <a:srgbClr val="0000FF"/>
              </a:solidFill>
            </a:endParaRPr>
          </a:p>
        </p:txBody>
      </p:sp>
      <p:pic>
        <p:nvPicPr>
          <p:cNvPr id="39940" name="Picture 1">
            <a:extLst>
              <a:ext uri="{FF2B5EF4-FFF2-40B4-BE49-F238E27FC236}">
                <a16:creationId xmlns:a16="http://schemas.microsoft.com/office/drawing/2014/main" id="{3C106E71-7237-42C1-A6D1-2CF2D06BE2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68734" y="2809792"/>
            <a:ext cx="3894137"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E4572A0-F4C3-4899-BD88-957EFBFE98B1}"/>
              </a:ext>
            </a:extLst>
          </p:cNvPr>
          <p:cNvSpPr>
            <a:spLocks noGrp="1" noChangeArrowheads="1"/>
          </p:cNvSpPr>
          <p:nvPr>
            <p:ph type="title"/>
          </p:nvPr>
        </p:nvSpPr>
        <p:spPr>
          <a:xfrm>
            <a:off x="2701925" y="195263"/>
            <a:ext cx="7724775" cy="576262"/>
          </a:xfrm>
        </p:spPr>
        <p:txBody>
          <a:bodyPr rtlCol="0">
            <a:normAutofit fontScale="90000"/>
          </a:bodyPr>
          <a:lstStyle/>
          <a:p>
            <a:pPr eaLnBrk="1" fontAlgn="auto" hangingPunct="1">
              <a:spcAft>
                <a:spcPts val="0"/>
              </a:spcAft>
              <a:defRPr/>
            </a:pPr>
            <a:r>
              <a:rPr lang="en-US" altLang="en-US"/>
              <a:t>Solution to Critical-Section Problem</a:t>
            </a:r>
          </a:p>
        </p:txBody>
      </p:sp>
      <p:sp>
        <p:nvSpPr>
          <p:cNvPr id="22531" name="Rectangle 3">
            <a:extLst>
              <a:ext uri="{FF2B5EF4-FFF2-40B4-BE49-F238E27FC236}">
                <a16:creationId xmlns:a16="http://schemas.microsoft.com/office/drawing/2014/main" id="{33883C2C-81C7-43A3-8596-35EF97F6BF9A}"/>
              </a:ext>
            </a:extLst>
          </p:cNvPr>
          <p:cNvSpPr>
            <a:spLocks noGrp="1" noChangeArrowheads="1"/>
          </p:cNvSpPr>
          <p:nvPr>
            <p:ph idx="1"/>
          </p:nvPr>
        </p:nvSpPr>
        <p:spPr>
          <a:xfrm>
            <a:off x="868279" y="2081213"/>
            <a:ext cx="10455442" cy="4981324"/>
          </a:xfrm>
        </p:spPr>
        <p:txBody>
          <a:bodyPr rtlCol="0">
            <a:normAutofit/>
          </a:bodyPr>
          <a:lstStyle/>
          <a:p>
            <a:pPr eaLnBrk="1" fontAlgn="auto" hangingPunct="1">
              <a:spcAft>
                <a:spcPts val="0"/>
              </a:spcAft>
              <a:buFont typeface="Monotype Sorts" pitchFamily="-84" charset="2"/>
              <a:buNone/>
              <a:defRPr/>
            </a:pPr>
            <a:r>
              <a:rPr lang="en-US" altLang="en-US" dirty="0"/>
              <a:t>1.   </a:t>
            </a:r>
            <a:r>
              <a:rPr lang="en-US" altLang="en-US" b="1" dirty="0">
                <a:solidFill>
                  <a:srgbClr val="0070C0"/>
                </a:solidFill>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eaLnBrk="1" fontAlgn="auto" hangingPunct="1">
              <a:spcAft>
                <a:spcPts val="0"/>
              </a:spcAft>
              <a:buFont typeface="Monotype Sorts" pitchFamily="-84" charset="2"/>
              <a:buNone/>
              <a:defRPr/>
            </a:pPr>
            <a:r>
              <a:rPr lang="en-US" altLang="en-US" dirty="0"/>
              <a:t>2.   </a:t>
            </a:r>
            <a:r>
              <a:rPr lang="en-US" altLang="en-US" b="1" dirty="0">
                <a:solidFill>
                  <a:srgbClr val="3366FF"/>
                </a:solidFill>
              </a:rPr>
              <a:t>Progress</a:t>
            </a:r>
            <a:r>
              <a:rPr lang="en-US" altLang="en-US" b="1" dirty="0"/>
              <a:t> </a:t>
            </a:r>
            <a:r>
              <a:rPr lang="en-US" altLang="en-US" dirty="0"/>
              <a:t>- If no process is executing in its critical section and there exist some processes that wish to enter their critical section, then the selection of the processes that will enter the critical section next cannot be postponed indefinitely</a:t>
            </a:r>
          </a:p>
          <a:p>
            <a:pPr eaLnBrk="1" fontAlgn="auto" hangingPunct="1">
              <a:spcAft>
                <a:spcPts val="0"/>
              </a:spcAft>
              <a:buFont typeface="Monotype Sorts" pitchFamily="-84" charset="2"/>
              <a:buNone/>
              <a:defRPr/>
            </a:pPr>
            <a:r>
              <a:rPr lang="en-US" altLang="en-US" dirty="0"/>
              <a:t>3.  </a:t>
            </a:r>
            <a:r>
              <a:rPr lang="en-US" altLang="en-US" b="1" dirty="0">
                <a:solidFill>
                  <a:srgbClr val="3366FF"/>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D0C0E21-BF7F-4E66-BE7D-853A817CDB64}"/>
              </a:ext>
            </a:extLst>
          </p:cNvPr>
          <p:cNvSpPr>
            <a:spLocks noGrp="1"/>
          </p:cNvSpPr>
          <p:nvPr>
            <p:ph type="title"/>
          </p:nvPr>
        </p:nvSpPr>
        <p:spPr>
          <a:xfrm>
            <a:off x="788987" y="917747"/>
            <a:ext cx="8610600" cy="519112"/>
          </a:xfrm>
        </p:spPr>
        <p:txBody>
          <a:bodyPr/>
          <a:lstStyle/>
          <a:p>
            <a:pPr eaLnBrk="1" hangingPunct="1"/>
            <a:r>
              <a:rPr lang="en-US" altLang="en-US" sz="2800">
                <a:latin typeface="Times New Roman" panose="02020603050405020304" pitchFamily="18" charset="0"/>
              </a:rPr>
              <a:t>Solution (cont.)</a:t>
            </a:r>
            <a:endParaRPr lang="en-US" altLang="en-US">
              <a:latin typeface="Times New Roman" panose="02020603050405020304" pitchFamily="18" charset="0"/>
            </a:endParaRPr>
          </a:p>
        </p:txBody>
      </p:sp>
      <p:sp>
        <p:nvSpPr>
          <p:cNvPr id="35843" name="Rectangle 3">
            <a:extLst>
              <a:ext uri="{FF2B5EF4-FFF2-40B4-BE49-F238E27FC236}">
                <a16:creationId xmlns:a16="http://schemas.microsoft.com/office/drawing/2014/main" id="{5BAE5CAD-EA6A-4242-BA18-9BDA234091AA}"/>
              </a:ext>
            </a:extLst>
          </p:cNvPr>
          <p:cNvSpPr>
            <a:spLocks noGrp="1" noChangeArrowheads="1"/>
          </p:cNvSpPr>
          <p:nvPr>
            <p:ph idx="1"/>
          </p:nvPr>
        </p:nvSpPr>
        <p:spPr>
          <a:xfrm>
            <a:off x="788987" y="2042160"/>
            <a:ext cx="11013807" cy="5619750"/>
          </a:xfrm>
        </p:spPr>
        <p:txBody>
          <a:bodyPr rtlCol="0"/>
          <a:lstStyle/>
          <a:p>
            <a:pPr algn="just" eaLnBrk="1" fontAlgn="auto" hangingPunct="1">
              <a:spcBef>
                <a:spcPts val="0"/>
              </a:spcBef>
              <a:spcAft>
                <a:spcPts val="600"/>
              </a:spcAft>
              <a:buFont typeface="Arial" panose="020B0604020202020204" pitchFamily="34" charset="0"/>
              <a:buNone/>
              <a:defRPr/>
            </a:pPr>
            <a:r>
              <a:rPr lang="en-US" sz="2400" b="1" dirty="0">
                <a:latin typeface="Times New Roman" charset="0"/>
              </a:rPr>
              <a:t>Simplest solution: </a:t>
            </a:r>
          </a:p>
          <a:p>
            <a:pPr marL="0" indent="0" algn="just" eaLnBrk="1" fontAlgn="auto" hangingPunct="1">
              <a:spcBef>
                <a:spcPts val="0"/>
              </a:spcBef>
              <a:spcAft>
                <a:spcPts val="600"/>
              </a:spcAft>
              <a:buFont typeface="Arial" panose="020B0604020202020204" pitchFamily="34" charset="0"/>
              <a:buNone/>
              <a:defRPr/>
            </a:pPr>
            <a:r>
              <a:rPr lang="en-US" sz="2400" dirty="0">
                <a:latin typeface="Times New Roman" charset="0"/>
              </a:rPr>
              <a:t>Each process </a:t>
            </a:r>
            <a:r>
              <a:rPr lang="en-US" sz="2400" i="1" dirty="0">
                <a:latin typeface="Times New Roman" charset="0"/>
              </a:rPr>
              <a:t>disables</a:t>
            </a:r>
            <a:r>
              <a:rPr lang="en-US" sz="2400" dirty="0">
                <a:latin typeface="Times New Roman" charset="0"/>
              </a:rPr>
              <a:t> all interrupts just </a:t>
            </a:r>
            <a:r>
              <a:rPr lang="en-US" sz="2400" i="1" dirty="0">
                <a:latin typeface="Times New Roman" charset="0"/>
              </a:rPr>
              <a:t>after entering </a:t>
            </a:r>
            <a:r>
              <a:rPr lang="en-US" sz="2400" dirty="0">
                <a:latin typeface="Times New Roman" charset="0"/>
              </a:rPr>
              <a:t>its critical section and </a:t>
            </a:r>
            <a:r>
              <a:rPr lang="en-US" sz="2400" i="1" dirty="0">
                <a:latin typeface="Times New Roman" charset="0"/>
              </a:rPr>
              <a:t>re-enables </a:t>
            </a:r>
            <a:r>
              <a:rPr lang="en-US" sz="2400" dirty="0">
                <a:latin typeface="Times New Roman" charset="0"/>
              </a:rPr>
              <a:t>them just </a:t>
            </a:r>
            <a:r>
              <a:rPr lang="en-US" sz="2400" i="1" dirty="0">
                <a:latin typeface="Times New Roman" charset="0"/>
              </a:rPr>
              <a:t>before leaving</a:t>
            </a:r>
            <a:r>
              <a:rPr lang="en-US" sz="2400" dirty="0">
                <a:latin typeface="Times New Roman" charset="0"/>
              </a:rPr>
              <a:t> it. </a:t>
            </a:r>
          </a:p>
          <a:p>
            <a:pPr lvl="1" algn="just" eaLnBrk="1" fontAlgn="auto" hangingPunct="1">
              <a:spcBef>
                <a:spcPts val="0"/>
              </a:spcBef>
              <a:spcAft>
                <a:spcPts val="600"/>
              </a:spcAft>
              <a:defRPr/>
            </a:pPr>
            <a:r>
              <a:rPr lang="en-US" sz="2400" dirty="0">
                <a:latin typeface="Times New Roman" charset="0"/>
              </a:rPr>
              <a:t>Not wise, because enabling/disabling interrupt is a privileged instruction.</a:t>
            </a:r>
          </a:p>
          <a:p>
            <a:pPr marL="0" indent="0" algn="just" eaLnBrk="1" fontAlgn="auto" hangingPunct="1">
              <a:spcBef>
                <a:spcPts val="0"/>
              </a:spcBef>
              <a:spcAft>
                <a:spcPts val="600"/>
              </a:spcAft>
              <a:buFont typeface="Arial" panose="020B0604020202020204" pitchFamily="34" charset="0"/>
              <a:buNone/>
              <a:defRPr/>
            </a:pPr>
            <a:endParaRPr lang="en-US" sz="2400" b="1" dirty="0">
              <a:latin typeface="Times New Roman" charset="0"/>
            </a:endParaRPr>
          </a:p>
          <a:p>
            <a:pPr marL="0" indent="0" algn="just" eaLnBrk="1" fontAlgn="auto" hangingPunct="1">
              <a:spcBef>
                <a:spcPts val="0"/>
              </a:spcBef>
              <a:spcAft>
                <a:spcPts val="600"/>
              </a:spcAft>
              <a:buFont typeface="Arial" panose="020B0604020202020204" pitchFamily="34" charset="0"/>
              <a:buNone/>
              <a:defRPr/>
            </a:pPr>
            <a:r>
              <a:rPr lang="en-US" sz="2400" b="1" dirty="0">
                <a:latin typeface="Times New Roman" charset="0"/>
              </a:rPr>
              <a:t>Solution in kernel mode:</a:t>
            </a:r>
          </a:p>
          <a:p>
            <a:pPr algn="just" eaLnBrk="1" fontAlgn="auto" hangingPunct="1">
              <a:spcBef>
                <a:spcPts val="0"/>
              </a:spcBef>
              <a:spcAft>
                <a:spcPts val="600"/>
              </a:spcAft>
              <a:defRPr/>
            </a:pPr>
            <a:r>
              <a:rPr lang="en-US" sz="2400" b="1" dirty="0">
                <a:latin typeface="Times New Roman" charset="0"/>
              </a:rPr>
              <a:t>Preemptive kernel: </a:t>
            </a:r>
            <a:r>
              <a:rPr lang="en-US" sz="2400" dirty="0">
                <a:latin typeface="Times New Roman" charset="0"/>
              </a:rPr>
              <a:t>a process can be preempted while running in the kernel mode</a:t>
            </a:r>
          </a:p>
          <a:p>
            <a:pPr lvl="1" algn="just" eaLnBrk="1" fontAlgn="auto" hangingPunct="1">
              <a:spcBef>
                <a:spcPts val="0"/>
              </a:spcBef>
              <a:spcAft>
                <a:spcPts val="600"/>
              </a:spcAft>
              <a:defRPr/>
            </a:pPr>
            <a:r>
              <a:rPr lang="en-US" sz="2000" dirty="0">
                <a:latin typeface="Times New Roman" charset="0"/>
              </a:rPr>
              <a:t>Otherwise, the kernel is </a:t>
            </a:r>
            <a:r>
              <a:rPr lang="en-US" sz="2000" b="1" dirty="0" err="1">
                <a:latin typeface="Times New Roman" charset="0"/>
              </a:rPr>
              <a:t>nonpreemptive</a:t>
            </a:r>
            <a:r>
              <a:rPr lang="en-US" sz="2000" b="1" dirty="0">
                <a:latin typeface="Times New Roman" charset="0"/>
              </a:rPr>
              <a:t> kernel</a:t>
            </a:r>
            <a:r>
              <a:rPr lang="en-US" sz="2000" dirty="0">
                <a:latin typeface="Times New Roman" charset="0"/>
              </a:rPr>
              <a:t>: allows the process to run until it exits kernel mode, blocks, or voluntarily yields CPU. </a:t>
            </a:r>
          </a:p>
          <a:p>
            <a:pPr algn="just" eaLnBrk="1" fontAlgn="auto" hangingPunct="1">
              <a:spcBef>
                <a:spcPts val="0"/>
              </a:spcBef>
              <a:spcAft>
                <a:spcPts val="600"/>
              </a:spcAft>
              <a:defRPr/>
            </a:pPr>
            <a:r>
              <a:rPr lang="en-US" sz="2400" dirty="0" err="1">
                <a:latin typeface="Times New Roman" charset="0"/>
              </a:rPr>
              <a:t>Nonpreemptive</a:t>
            </a:r>
            <a:r>
              <a:rPr lang="en-US" sz="2400" dirty="0">
                <a:latin typeface="Times New Roman" charset="0"/>
              </a:rPr>
              <a:t> kernel is free from race conditions on kernel data structure</a:t>
            </a:r>
          </a:p>
          <a:p>
            <a:pPr lvl="1" algn="just" eaLnBrk="1" fontAlgn="auto" hangingPunct="1">
              <a:spcBef>
                <a:spcPts val="0"/>
              </a:spcBef>
              <a:spcAft>
                <a:spcPts val="600"/>
              </a:spcAft>
              <a:defRPr/>
            </a:pPr>
            <a:r>
              <a:rPr lang="en-US" sz="2000" dirty="0">
                <a:latin typeface="Times New Roman" charset="0"/>
              </a:rPr>
              <a:t>However preemptive kernel is more responsive and suitable for real time system.   </a:t>
            </a:r>
          </a:p>
        </p:txBody>
      </p:sp>
      <p:sp>
        <p:nvSpPr>
          <p:cNvPr id="43012" name="Slide Number Placeholder 5">
            <a:extLst>
              <a:ext uri="{FF2B5EF4-FFF2-40B4-BE49-F238E27FC236}">
                <a16:creationId xmlns:a16="http://schemas.microsoft.com/office/drawing/2014/main" id="{51ACAFFC-2E44-4F01-9FAB-6B6C658B5BFC}"/>
              </a:ext>
            </a:extLst>
          </p:cNvPr>
          <p:cNvSpPr>
            <a:spLocks noGrp="1"/>
          </p:cNvSpPr>
          <p:nvPr>
            <p:ph type="sldNum" sz="quarter" idx="12"/>
          </p:nvPr>
        </p:nvSpPr>
        <p:spPr bwMode="auto">
          <a:xfrm>
            <a:off x="9525000" y="62484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eaLnBrk="1" hangingPunct="1">
              <a:lnSpc>
                <a:spcPct val="100000"/>
              </a:lnSpc>
              <a:spcBef>
                <a:spcPct val="0"/>
              </a:spcBef>
              <a:buFontTx/>
              <a:buNone/>
            </a:pPr>
            <a:fld id="{D3B3DAC8-A4D1-489F-BE61-204E59ADA9F3}" type="slidenum">
              <a:rPr lang="en-AU" altLang="en-US" sz="1400">
                <a:latin typeface="Times New Roman" panose="02020603050405020304" pitchFamily="18" charset="0"/>
              </a:rPr>
              <a:pPr eaLnBrk="1" hangingPunct="1">
                <a:lnSpc>
                  <a:spcPct val="100000"/>
                </a:lnSpc>
                <a:spcBef>
                  <a:spcPct val="0"/>
                </a:spcBef>
                <a:buFontTx/>
                <a:buNone/>
              </a:pPr>
              <a:t>11</a:t>
            </a:fld>
            <a:endParaRPr lang="en-AU" altLang="en-US" sz="140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D9DDE10-C02C-411B-BC59-CBD95E3E03A7}"/>
              </a:ext>
            </a:extLst>
          </p:cNvPr>
          <p:cNvSpPr>
            <a:spLocks noGrp="1"/>
          </p:cNvSpPr>
          <p:nvPr>
            <p:ph type="title"/>
          </p:nvPr>
        </p:nvSpPr>
        <p:spPr>
          <a:xfrm>
            <a:off x="1242940" y="554038"/>
            <a:ext cx="8610600" cy="831850"/>
          </a:xfrm>
        </p:spPr>
        <p:txBody>
          <a:bodyPr/>
          <a:lstStyle/>
          <a:p>
            <a:pPr eaLnBrk="1" hangingPunct="1"/>
            <a:r>
              <a:rPr lang="en-US" altLang="en-US" sz="2800" dirty="0">
                <a:latin typeface="Times New Roman" panose="02020603050405020304" pitchFamily="18" charset="0"/>
              </a:rPr>
              <a:t>Solution for two processes, P</a:t>
            </a:r>
            <a:r>
              <a:rPr lang="en-US" altLang="en-US" sz="2800" baseline="-25000" dirty="0">
                <a:latin typeface="Times New Roman" panose="02020603050405020304" pitchFamily="18" charset="0"/>
              </a:rPr>
              <a:t>0</a:t>
            </a:r>
            <a:r>
              <a:rPr lang="en-US" altLang="en-US" sz="2800" dirty="0">
                <a:latin typeface="Times New Roman" panose="02020603050405020304" pitchFamily="18" charset="0"/>
              </a:rPr>
              <a:t> and P</a:t>
            </a:r>
            <a:r>
              <a:rPr lang="en-US" altLang="en-US" sz="2800" baseline="-25000" dirty="0">
                <a:latin typeface="Times New Roman" panose="02020603050405020304" pitchFamily="18" charset="0"/>
              </a:rPr>
              <a:t>1</a:t>
            </a:r>
            <a:br>
              <a:rPr lang="en-US" altLang="en-US" sz="2800" baseline="-25000" dirty="0">
                <a:latin typeface="Times New Roman" panose="02020603050405020304" pitchFamily="18" charset="0"/>
              </a:rPr>
            </a:br>
            <a:r>
              <a:rPr lang="en-US" altLang="en-US" sz="2000" dirty="0">
                <a:latin typeface="Times New Roman" panose="02020603050405020304" pitchFamily="18" charset="0"/>
              </a:rPr>
              <a:t>Software-based</a:t>
            </a:r>
          </a:p>
        </p:txBody>
      </p:sp>
      <p:sp>
        <p:nvSpPr>
          <p:cNvPr id="26628" name="Rectangle 3">
            <a:extLst>
              <a:ext uri="{FF2B5EF4-FFF2-40B4-BE49-F238E27FC236}">
                <a16:creationId xmlns:a16="http://schemas.microsoft.com/office/drawing/2014/main" id="{3B1E850E-4630-495B-AA5D-EBAF415768A3}"/>
              </a:ext>
            </a:extLst>
          </p:cNvPr>
          <p:cNvSpPr>
            <a:spLocks noGrp="1" noChangeArrowheads="1"/>
          </p:cNvSpPr>
          <p:nvPr>
            <p:ph idx="1"/>
          </p:nvPr>
        </p:nvSpPr>
        <p:spPr>
          <a:xfrm>
            <a:off x="841208" y="1385888"/>
            <a:ext cx="10623884" cy="5472112"/>
          </a:xfrm>
        </p:spPr>
        <p:txBody>
          <a:bodyPr rtlCol="0">
            <a:normAutofit fontScale="92500" lnSpcReduction="10000"/>
          </a:bodyPr>
          <a:lstStyle/>
          <a:p>
            <a:pPr eaLnBrk="1" fontAlgn="auto" hangingPunct="1">
              <a:lnSpc>
                <a:spcPct val="80000"/>
              </a:lnSpc>
              <a:spcBef>
                <a:spcPts val="600"/>
              </a:spcBef>
              <a:spcAft>
                <a:spcPts val="600"/>
              </a:spcAft>
              <a:buFont typeface="Arial" panose="020B0604020202020204" pitchFamily="34" charset="0"/>
              <a:buNone/>
              <a:defRPr/>
            </a:pPr>
            <a:r>
              <a:rPr lang="en-US" sz="2000" b="1" dirty="0">
                <a:latin typeface="Times New Roman" panose="02020603050405020304" pitchFamily="18" charset="0"/>
              </a:rPr>
              <a:t>ALGORITHM 1</a:t>
            </a:r>
          </a:p>
          <a:p>
            <a:pPr eaLnBrk="1" fontAlgn="auto" hangingPunct="1">
              <a:lnSpc>
                <a:spcPct val="80000"/>
              </a:lnSpc>
              <a:spcBef>
                <a:spcPts val="600"/>
              </a:spcBef>
              <a:spcAft>
                <a:spcPts val="600"/>
              </a:spcAft>
              <a:buFont typeface="Arial" panose="020B0604020202020204" pitchFamily="34" charset="0"/>
              <a:buNone/>
              <a:defRPr/>
            </a:pPr>
            <a:r>
              <a:rPr lang="en-US" sz="2000" b="1" dirty="0">
                <a:latin typeface="Times New Roman" panose="02020603050405020304" pitchFamily="18" charset="0"/>
              </a:rPr>
              <a:t>var</a:t>
            </a:r>
            <a:r>
              <a:rPr lang="en-US" sz="2000" dirty="0">
                <a:latin typeface="Times New Roman" panose="02020603050405020304" pitchFamily="18" charset="0"/>
              </a:rPr>
              <a:t> </a:t>
            </a:r>
            <a:r>
              <a:rPr lang="en-US" sz="2000" i="1" dirty="0">
                <a:latin typeface="Times New Roman" panose="02020603050405020304" pitchFamily="18" charset="0"/>
              </a:rPr>
              <a:t>turn</a:t>
            </a:r>
            <a:r>
              <a:rPr lang="en-US" sz="2000" dirty="0">
                <a:latin typeface="Times New Roman" panose="02020603050405020304" pitchFamily="18" charset="0"/>
              </a:rPr>
              <a:t>: (0 .. 1);  // Initially turn = 0;  </a:t>
            </a:r>
            <a:r>
              <a:rPr lang="en-US" sz="2000" i="1" dirty="0">
                <a:latin typeface="Times New Roman" panose="02020603050405020304" pitchFamily="18" charset="0"/>
              </a:rPr>
              <a:t>turn</a:t>
            </a:r>
            <a:r>
              <a:rPr lang="en-US" sz="2000" dirty="0">
                <a:latin typeface="Times New Roman" panose="02020603050405020304" pitchFamily="18" charset="0"/>
              </a:rPr>
              <a:t> = </a:t>
            </a:r>
            <a:r>
              <a:rPr lang="en-US" sz="2000" i="1" dirty="0" err="1">
                <a:latin typeface="Times New Roman" panose="02020603050405020304" pitchFamily="18" charset="0"/>
              </a:rPr>
              <a:t>i</a:t>
            </a:r>
            <a:r>
              <a:rPr lang="en-US" sz="2000" i="1" dirty="0">
                <a:latin typeface="Times New Roman" panose="02020603050405020304" pitchFamily="18" charset="0"/>
              </a:rPr>
              <a:t> </a:t>
            </a:r>
            <a:r>
              <a:rPr lang="en-US" sz="2000" dirty="0">
                <a:latin typeface="Times New Roman" panose="02020603050405020304" pitchFamily="18" charset="0"/>
                <a:sym typeface="Wingdings" panose="05000000000000000000" pitchFamily="2" charset="2"/>
              </a:rPr>
              <a:t>means</a:t>
            </a:r>
            <a:r>
              <a:rPr lang="en-US" sz="2000" dirty="0">
                <a:latin typeface="Times New Roman" panose="02020603050405020304" pitchFamily="18" charset="0"/>
              </a:rPr>
              <a:t> P</a:t>
            </a:r>
            <a:r>
              <a:rPr lang="en-US" sz="2000" i="1" baseline="-25000" dirty="0">
                <a:latin typeface="Times New Roman" panose="02020603050405020304" pitchFamily="18" charset="0"/>
              </a:rPr>
              <a:t>i</a:t>
            </a:r>
            <a:r>
              <a:rPr lang="en-US" sz="2000" dirty="0">
                <a:latin typeface="Times New Roman" panose="02020603050405020304" pitchFamily="18" charset="0"/>
              </a:rPr>
              <a:t> can enter its CS</a:t>
            </a:r>
          </a:p>
          <a:p>
            <a:pPr eaLnBrk="1" fontAlgn="auto" hangingPunct="1">
              <a:lnSpc>
                <a:spcPct val="80000"/>
              </a:lnSpc>
              <a:spcAft>
                <a:spcPts val="0"/>
              </a:spcAft>
              <a:buFont typeface="Wingdings" panose="05000000000000000000" pitchFamily="2" charset="2"/>
              <a:buNone/>
              <a:defRPr/>
            </a:pPr>
            <a:endParaRPr lang="en-US" sz="2000" dirty="0">
              <a:latin typeface="Times New Roman" panose="02020603050405020304" pitchFamily="18" charset="0"/>
            </a:endParaRPr>
          </a:p>
          <a:p>
            <a:pPr eaLnBrk="1" fontAlgn="auto" hangingPunct="1">
              <a:lnSpc>
                <a:spcPct val="80000"/>
              </a:lnSpc>
              <a:spcAft>
                <a:spcPts val="0"/>
              </a:spcAft>
              <a:buFont typeface="Wingdings" panose="05000000000000000000" pitchFamily="2" charset="2"/>
              <a:buNone/>
              <a:defRPr/>
            </a:pPr>
            <a:r>
              <a:rPr lang="en-US" sz="2000" dirty="0">
                <a:latin typeface="Times New Roman" panose="02020603050405020304" pitchFamily="18" charset="0"/>
              </a:rPr>
              <a:t>Process P</a:t>
            </a:r>
            <a:r>
              <a:rPr lang="en-US" sz="2000" i="1" baseline="-25000" dirty="0">
                <a:latin typeface="Times New Roman" panose="02020603050405020304" pitchFamily="18" charset="0"/>
              </a:rPr>
              <a:t>i 				                     </a:t>
            </a:r>
            <a:r>
              <a:rPr lang="en-US" sz="2000" dirty="0">
                <a:latin typeface="Times New Roman" panose="02020603050405020304" pitchFamily="18" charset="0"/>
              </a:rPr>
              <a:t>Process </a:t>
            </a:r>
            <a:r>
              <a:rPr lang="en-US" sz="2000" dirty="0" err="1">
                <a:latin typeface="Times New Roman" panose="02020603050405020304" pitchFamily="18" charset="0"/>
              </a:rPr>
              <a:t>P</a:t>
            </a:r>
            <a:r>
              <a:rPr lang="en-US" sz="2000" i="1" baseline="-25000" dirty="0" err="1">
                <a:latin typeface="Times New Roman" panose="02020603050405020304" pitchFamily="18" charset="0"/>
              </a:rPr>
              <a:t>j</a:t>
            </a:r>
            <a:endParaRPr lang="en-US" sz="2000" dirty="0">
              <a:latin typeface="Times New Roman" panose="02020603050405020304" pitchFamily="18" charset="0"/>
            </a:endParaRPr>
          </a:p>
          <a:p>
            <a:pPr eaLnBrk="1" fontAlgn="auto" hangingPunct="1">
              <a:lnSpc>
                <a:spcPct val="80000"/>
              </a:lnSpc>
              <a:spcAft>
                <a:spcPts val="0"/>
              </a:spcAft>
              <a:buFont typeface="Wingdings" panose="05000000000000000000" pitchFamily="2" charset="2"/>
              <a:buNone/>
              <a:defRPr/>
            </a:pPr>
            <a:r>
              <a:rPr lang="en-US" sz="2000" b="1" dirty="0">
                <a:latin typeface="Times New Roman" panose="02020603050405020304" pitchFamily="18" charset="0"/>
              </a:rPr>
              <a:t>repeat 					repeat</a:t>
            </a:r>
          </a:p>
          <a:p>
            <a:pPr eaLnBrk="1" fontAlgn="auto" hangingPunct="1">
              <a:lnSpc>
                <a:spcPct val="80000"/>
              </a:lnSpc>
              <a:spcAft>
                <a:spcPts val="0"/>
              </a:spcAft>
              <a:buFont typeface="Monotype Sorts" pitchFamily="-84" charset="2"/>
              <a:buNone/>
              <a:defRPr/>
            </a:pPr>
            <a:r>
              <a:rPr lang="en-US" sz="2000" b="1" dirty="0">
                <a:latin typeface="Times New Roman" panose="02020603050405020304" pitchFamily="18" charset="0"/>
              </a:rPr>
              <a:t>	while</a:t>
            </a:r>
            <a:r>
              <a:rPr lang="en-US" sz="2000" dirty="0">
                <a:latin typeface="Times New Roman" panose="02020603050405020304" pitchFamily="18" charset="0"/>
              </a:rPr>
              <a:t> </a:t>
            </a:r>
            <a:r>
              <a:rPr lang="en-US" sz="2000" i="1" dirty="0">
                <a:latin typeface="Times New Roman" panose="02020603050405020304" pitchFamily="18" charset="0"/>
              </a:rPr>
              <a:t>turn</a:t>
            </a:r>
            <a:r>
              <a:rPr lang="en-US" sz="2000" dirty="0">
                <a:latin typeface="Times New Roman" panose="02020603050405020304" pitchFamily="18" charset="0"/>
              </a:rPr>
              <a:t> ≠ </a:t>
            </a:r>
            <a:r>
              <a:rPr lang="en-US" sz="2000" i="1" dirty="0" err="1">
                <a:latin typeface="Times New Roman" panose="02020603050405020304" pitchFamily="18" charset="0"/>
              </a:rPr>
              <a:t>i</a:t>
            </a:r>
            <a:r>
              <a:rPr lang="en-US" sz="2000" dirty="0">
                <a:latin typeface="Times New Roman" panose="02020603050405020304" pitchFamily="18" charset="0"/>
              </a:rPr>
              <a:t> </a:t>
            </a:r>
            <a:r>
              <a:rPr lang="en-US" sz="2000" b="1" dirty="0">
                <a:latin typeface="Times New Roman" panose="02020603050405020304" pitchFamily="18" charset="0"/>
              </a:rPr>
              <a:t>do</a:t>
            </a:r>
            <a:r>
              <a:rPr lang="en-US" sz="2000" dirty="0">
                <a:latin typeface="Times New Roman" panose="02020603050405020304" pitchFamily="18" charset="0"/>
              </a:rPr>
              <a:t> </a:t>
            </a:r>
            <a:r>
              <a:rPr lang="en-US" sz="2000" i="1" dirty="0">
                <a:latin typeface="Times New Roman" panose="02020603050405020304" pitchFamily="18" charset="0"/>
              </a:rPr>
              <a:t>no-op</a:t>
            </a:r>
            <a:r>
              <a:rPr lang="en-US" sz="2000" b="1" dirty="0">
                <a:latin typeface="Times New Roman" panose="02020603050405020304" pitchFamily="18" charset="0"/>
              </a:rPr>
              <a:t>;</a:t>
            </a:r>
            <a:r>
              <a:rPr lang="en-US" sz="2000" dirty="0">
                <a:latin typeface="Times New Roman" panose="02020603050405020304" pitchFamily="18" charset="0"/>
              </a:rPr>
              <a:t> 		                </a:t>
            </a:r>
            <a:r>
              <a:rPr lang="en-US" sz="2000" b="1" dirty="0">
                <a:latin typeface="Times New Roman" panose="02020603050405020304" pitchFamily="18" charset="0"/>
              </a:rPr>
              <a:t>while</a:t>
            </a:r>
            <a:r>
              <a:rPr lang="en-US" sz="2000" dirty="0">
                <a:latin typeface="Times New Roman" panose="02020603050405020304" pitchFamily="18" charset="0"/>
              </a:rPr>
              <a:t> </a:t>
            </a:r>
            <a:r>
              <a:rPr lang="en-US" sz="2000" i="1" dirty="0">
                <a:latin typeface="Times New Roman" panose="02020603050405020304" pitchFamily="18" charset="0"/>
              </a:rPr>
              <a:t>turn</a:t>
            </a:r>
            <a:r>
              <a:rPr lang="en-US" sz="2000" dirty="0">
                <a:latin typeface="Times New Roman" panose="02020603050405020304" pitchFamily="18" charset="0"/>
              </a:rPr>
              <a:t> ≠ </a:t>
            </a:r>
            <a:r>
              <a:rPr lang="en-US" sz="2000" i="1" dirty="0">
                <a:latin typeface="Times New Roman" panose="02020603050405020304" pitchFamily="18" charset="0"/>
              </a:rPr>
              <a:t>j</a:t>
            </a:r>
            <a:r>
              <a:rPr lang="en-US" sz="2000" dirty="0">
                <a:latin typeface="Times New Roman" panose="02020603050405020304" pitchFamily="18" charset="0"/>
              </a:rPr>
              <a:t> </a:t>
            </a:r>
            <a:r>
              <a:rPr lang="en-US" sz="2000" b="1" dirty="0">
                <a:latin typeface="Times New Roman" panose="02020603050405020304" pitchFamily="18" charset="0"/>
              </a:rPr>
              <a:t>do</a:t>
            </a:r>
            <a:r>
              <a:rPr lang="en-US" sz="2000" dirty="0">
                <a:latin typeface="Times New Roman" panose="02020603050405020304" pitchFamily="18" charset="0"/>
              </a:rPr>
              <a:t> </a:t>
            </a:r>
            <a:r>
              <a:rPr lang="en-US" sz="2000" i="1" dirty="0">
                <a:latin typeface="Times New Roman" panose="02020603050405020304" pitchFamily="18" charset="0"/>
              </a:rPr>
              <a:t>no-op</a:t>
            </a:r>
            <a:r>
              <a:rPr lang="en-US" sz="2000" b="1" dirty="0">
                <a:latin typeface="Times New Roman" panose="02020603050405020304" pitchFamily="18" charset="0"/>
              </a:rPr>
              <a:t>;</a:t>
            </a:r>
          </a:p>
          <a:p>
            <a:pPr eaLnBrk="1" fontAlgn="auto" hangingPunct="1">
              <a:lnSpc>
                <a:spcPct val="80000"/>
              </a:lnSpc>
              <a:spcAft>
                <a:spcPts val="0"/>
              </a:spcAft>
              <a:buFont typeface="Wingdings" panose="05000000000000000000" pitchFamily="2" charset="2"/>
              <a:buNone/>
              <a:defRPr/>
            </a:pPr>
            <a:r>
              <a:rPr lang="en-US" sz="2000" dirty="0">
                <a:latin typeface="Times New Roman" panose="02020603050405020304" pitchFamily="18" charset="0"/>
              </a:rPr>
              <a:t>		Critical Section 				Critical Section</a:t>
            </a:r>
          </a:p>
          <a:p>
            <a:pPr eaLnBrk="1" fontAlgn="auto" hangingPunct="1">
              <a:lnSpc>
                <a:spcPct val="80000"/>
              </a:lnSpc>
              <a:spcAft>
                <a:spcPts val="0"/>
              </a:spcAft>
              <a:buFont typeface="Wingdings" panose="05000000000000000000" pitchFamily="2" charset="2"/>
              <a:buNone/>
              <a:defRPr/>
            </a:pPr>
            <a:r>
              <a:rPr lang="en-US" sz="2000" i="1" dirty="0">
                <a:latin typeface="Times New Roman" panose="02020603050405020304" pitchFamily="18" charset="0"/>
              </a:rPr>
              <a:t>	turn</a:t>
            </a:r>
            <a:r>
              <a:rPr lang="en-US" sz="2000" dirty="0">
                <a:latin typeface="Times New Roman" panose="02020603050405020304" pitchFamily="18" charset="0"/>
              </a:rPr>
              <a:t> = </a:t>
            </a:r>
            <a:r>
              <a:rPr lang="en-US" sz="2000" i="1" dirty="0">
                <a:latin typeface="Times New Roman" panose="02020603050405020304" pitchFamily="18" charset="0"/>
              </a:rPr>
              <a:t>j</a:t>
            </a:r>
            <a:r>
              <a:rPr lang="en-US" sz="2000" dirty="0">
                <a:latin typeface="Times New Roman" panose="02020603050405020304" pitchFamily="18" charset="0"/>
              </a:rPr>
              <a:t>; 				      </a:t>
            </a:r>
            <a:r>
              <a:rPr lang="en-US" sz="2000" i="1" dirty="0">
                <a:latin typeface="Times New Roman" panose="02020603050405020304" pitchFamily="18" charset="0"/>
              </a:rPr>
              <a:t>turn</a:t>
            </a:r>
            <a:r>
              <a:rPr lang="en-US" sz="2000" dirty="0">
                <a:latin typeface="Times New Roman" panose="02020603050405020304" pitchFamily="18" charset="0"/>
              </a:rPr>
              <a:t> = </a:t>
            </a:r>
            <a:r>
              <a:rPr lang="en-US" sz="2000" i="1" dirty="0" err="1">
                <a:latin typeface="Times New Roman" panose="02020603050405020304" pitchFamily="18" charset="0"/>
              </a:rPr>
              <a:t>i</a:t>
            </a:r>
            <a:r>
              <a:rPr lang="en-US" sz="2000" dirty="0">
                <a:latin typeface="Times New Roman" panose="02020603050405020304" pitchFamily="18" charset="0"/>
              </a:rPr>
              <a:t>;</a:t>
            </a:r>
          </a:p>
          <a:p>
            <a:pPr eaLnBrk="1" fontAlgn="auto" hangingPunct="1">
              <a:lnSpc>
                <a:spcPct val="80000"/>
              </a:lnSpc>
              <a:spcAft>
                <a:spcPts val="0"/>
              </a:spcAft>
              <a:buFont typeface="Wingdings" panose="05000000000000000000" pitchFamily="2" charset="2"/>
              <a:buNone/>
              <a:defRPr/>
            </a:pPr>
            <a:r>
              <a:rPr lang="en-US" sz="2000" dirty="0">
                <a:latin typeface="Times New Roman" panose="02020603050405020304" pitchFamily="18" charset="0"/>
              </a:rPr>
              <a:t>		Remainder Section 			Remainder Section</a:t>
            </a:r>
          </a:p>
          <a:p>
            <a:pPr eaLnBrk="1" fontAlgn="auto" hangingPunct="1">
              <a:lnSpc>
                <a:spcPct val="80000"/>
              </a:lnSpc>
              <a:spcAft>
                <a:spcPts val="0"/>
              </a:spcAft>
              <a:buFont typeface="Wingdings" panose="05000000000000000000" pitchFamily="2" charset="2"/>
              <a:buNone/>
              <a:defRPr/>
            </a:pPr>
            <a:r>
              <a:rPr lang="en-US" sz="2000" b="1" dirty="0">
                <a:latin typeface="Times New Roman" panose="02020603050405020304" pitchFamily="18" charset="0"/>
              </a:rPr>
              <a:t>until</a:t>
            </a:r>
            <a:r>
              <a:rPr lang="en-US" sz="2000" dirty="0">
                <a:latin typeface="Times New Roman" panose="02020603050405020304" pitchFamily="18" charset="0"/>
              </a:rPr>
              <a:t> </a:t>
            </a:r>
            <a:r>
              <a:rPr lang="en-US" sz="2000" i="1" dirty="0">
                <a:latin typeface="Times New Roman" panose="02020603050405020304" pitchFamily="18" charset="0"/>
              </a:rPr>
              <a:t>false</a:t>
            </a:r>
            <a:r>
              <a:rPr lang="en-US" sz="2000" dirty="0">
                <a:latin typeface="Times New Roman" panose="02020603050405020304" pitchFamily="18" charset="0"/>
              </a:rPr>
              <a:t>; 				</a:t>
            </a:r>
            <a:r>
              <a:rPr lang="en-US" sz="2000" b="1" dirty="0">
                <a:latin typeface="Times New Roman" panose="02020603050405020304" pitchFamily="18" charset="0"/>
              </a:rPr>
              <a:t>until</a:t>
            </a:r>
            <a:r>
              <a:rPr lang="en-US" sz="2000" dirty="0">
                <a:latin typeface="Times New Roman" panose="02020603050405020304" pitchFamily="18" charset="0"/>
              </a:rPr>
              <a:t> </a:t>
            </a:r>
            <a:r>
              <a:rPr lang="en-US" sz="2000" i="1" dirty="0">
                <a:latin typeface="Times New Roman" panose="02020603050405020304" pitchFamily="18" charset="0"/>
              </a:rPr>
              <a:t>false</a:t>
            </a:r>
            <a:r>
              <a:rPr lang="en-US" sz="2000" dirty="0">
                <a:latin typeface="Times New Roman" panose="02020603050405020304" pitchFamily="18" charset="0"/>
              </a:rPr>
              <a:t>;</a:t>
            </a:r>
          </a:p>
          <a:p>
            <a:pPr eaLnBrk="1" fontAlgn="auto" hangingPunct="1">
              <a:lnSpc>
                <a:spcPct val="80000"/>
              </a:lnSpc>
              <a:spcAft>
                <a:spcPts val="0"/>
              </a:spcAft>
              <a:buFont typeface="Wingdings" panose="05000000000000000000" pitchFamily="2" charset="2"/>
              <a:buNone/>
              <a:defRPr/>
            </a:pPr>
            <a:endParaRPr lang="en-US" sz="2000" dirty="0">
              <a:latin typeface="Times New Roman" panose="02020603050405020304" pitchFamily="18" charset="0"/>
            </a:endParaRPr>
          </a:p>
          <a:p>
            <a:pPr eaLnBrk="1" fontAlgn="auto" hangingPunct="1">
              <a:lnSpc>
                <a:spcPct val="80000"/>
              </a:lnSpc>
              <a:spcBef>
                <a:spcPts val="600"/>
              </a:spcBef>
              <a:spcAft>
                <a:spcPts val="600"/>
              </a:spcAft>
              <a:defRPr/>
            </a:pPr>
            <a:r>
              <a:rPr lang="en-US" sz="2000" dirty="0">
                <a:latin typeface="Times New Roman" panose="02020603050405020304" pitchFamily="18" charset="0"/>
              </a:rPr>
              <a:t>Satisfies mutual exclusion, but not progress requirement.</a:t>
            </a:r>
          </a:p>
          <a:p>
            <a:pPr lvl="1" algn="just" eaLnBrk="1" fontAlgn="auto" hangingPunct="1">
              <a:lnSpc>
                <a:spcPct val="80000"/>
              </a:lnSpc>
              <a:spcBef>
                <a:spcPts val="600"/>
              </a:spcBef>
              <a:spcAft>
                <a:spcPts val="600"/>
              </a:spcAft>
              <a:defRPr/>
            </a:pPr>
            <a:r>
              <a:rPr lang="en-US" dirty="0">
                <a:latin typeface="Times New Roman" panose="02020603050405020304" pitchFamily="18" charset="0"/>
              </a:rPr>
              <a:t>If </a:t>
            </a:r>
            <a:r>
              <a:rPr lang="en-US" i="1" dirty="0">
                <a:latin typeface="Times New Roman" panose="02020603050405020304" pitchFamily="18" charset="0"/>
              </a:rPr>
              <a:t>turn</a:t>
            </a:r>
            <a:r>
              <a:rPr lang="en-US" dirty="0">
                <a:latin typeface="Times New Roman" panose="02020603050405020304" pitchFamily="18" charset="0"/>
              </a:rPr>
              <a:t> = 0, P</a:t>
            </a:r>
            <a:r>
              <a:rPr lang="en-US" baseline="-25000" dirty="0">
                <a:latin typeface="Times New Roman" panose="02020603050405020304" pitchFamily="18" charset="0"/>
              </a:rPr>
              <a:t>1</a:t>
            </a:r>
            <a:r>
              <a:rPr lang="en-US" dirty="0">
                <a:latin typeface="Times New Roman" panose="02020603050405020304" pitchFamily="18" charset="0"/>
              </a:rPr>
              <a:t> cannot enter its CS even though P</a:t>
            </a:r>
            <a:r>
              <a:rPr lang="en-US" baseline="-25000" dirty="0">
                <a:latin typeface="Times New Roman" panose="02020603050405020304" pitchFamily="18" charset="0"/>
              </a:rPr>
              <a:t>0</a:t>
            </a:r>
            <a:r>
              <a:rPr lang="en-US" dirty="0">
                <a:latin typeface="Times New Roman" panose="02020603050405020304" pitchFamily="18" charset="0"/>
              </a:rPr>
              <a:t> is in its RS.</a:t>
            </a:r>
          </a:p>
          <a:p>
            <a:pPr lvl="1" algn="just" eaLnBrk="1" fontAlgn="auto" hangingPunct="1">
              <a:lnSpc>
                <a:spcPct val="80000"/>
              </a:lnSpc>
              <a:spcBef>
                <a:spcPts val="600"/>
              </a:spcBef>
              <a:spcAft>
                <a:spcPts val="600"/>
              </a:spcAft>
              <a:defRPr/>
            </a:pPr>
            <a:r>
              <a:rPr lang="en-US" dirty="0">
                <a:latin typeface="Times New Roman" panose="02020603050405020304" pitchFamily="18" charset="0"/>
              </a:rPr>
              <a:t>Taking turn is not good when one process is slower than other.</a:t>
            </a:r>
            <a:endParaRPr lang="en-US" b="1" dirty="0">
              <a:latin typeface="Times New Roman" panose="02020603050405020304" pitchFamily="18" charset="0"/>
            </a:endParaRPr>
          </a:p>
          <a:p>
            <a:pPr eaLnBrk="1" fontAlgn="auto" hangingPunct="1">
              <a:lnSpc>
                <a:spcPct val="80000"/>
              </a:lnSpc>
              <a:spcBef>
                <a:spcPts val="600"/>
              </a:spcBef>
              <a:spcAft>
                <a:spcPts val="600"/>
              </a:spcAft>
              <a:defRPr/>
            </a:pPr>
            <a:r>
              <a:rPr lang="en-US" sz="2000" i="1" dirty="0">
                <a:latin typeface="Times New Roman" panose="02020603050405020304" pitchFamily="18" charset="0"/>
              </a:rPr>
              <a:t>Busy waiting</a:t>
            </a:r>
            <a:r>
              <a:rPr lang="en-US" sz="2000" dirty="0">
                <a:latin typeface="Times New Roman" panose="02020603050405020304" pitchFamily="18" charset="0"/>
              </a:rPr>
              <a:t>: continuously testing a variable waiting for some value to appear</a:t>
            </a:r>
          </a:p>
          <a:p>
            <a:pPr lvl="1" eaLnBrk="1" fontAlgn="auto" hangingPunct="1">
              <a:lnSpc>
                <a:spcPct val="80000"/>
              </a:lnSpc>
              <a:spcBef>
                <a:spcPts val="600"/>
              </a:spcBef>
              <a:spcAft>
                <a:spcPts val="600"/>
              </a:spcAft>
              <a:defRPr/>
            </a:pPr>
            <a:r>
              <a:rPr lang="en-US" dirty="0">
                <a:latin typeface="Times New Roman" panose="02020603050405020304" pitchFamily="18" charset="0"/>
              </a:rPr>
              <a:t>not good since it wastes CPU time</a:t>
            </a:r>
          </a:p>
        </p:txBody>
      </p:sp>
      <p:sp>
        <p:nvSpPr>
          <p:cNvPr id="45060" name="Slide Number Placeholder 5">
            <a:extLst>
              <a:ext uri="{FF2B5EF4-FFF2-40B4-BE49-F238E27FC236}">
                <a16:creationId xmlns:a16="http://schemas.microsoft.com/office/drawing/2014/main" id="{BA82433F-8C5D-438F-8F59-9FD8F9B632B0}"/>
              </a:ext>
            </a:extLst>
          </p:cNvPr>
          <p:cNvSpPr>
            <a:spLocks noGrp="1"/>
          </p:cNvSpPr>
          <p:nvPr>
            <p:ph type="sldNum" sz="quarter" idx="12"/>
          </p:nvPr>
        </p:nvSpPr>
        <p:spPr bwMode="auto">
          <a:xfrm>
            <a:off x="9525000" y="62484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eaLnBrk="1" hangingPunct="1">
              <a:lnSpc>
                <a:spcPct val="100000"/>
              </a:lnSpc>
              <a:spcBef>
                <a:spcPct val="0"/>
              </a:spcBef>
              <a:buFontTx/>
              <a:buNone/>
            </a:pPr>
            <a:fld id="{F45C0C3A-6B84-4674-9358-09D7E19ED316}" type="slidenum">
              <a:rPr lang="en-AU" altLang="en-US" sz="1400">
                <a:latin typeface="Times New Roman" panose="02020603050405020304" pitchFamily="18" charset="0"/>
              </a:rPr>
              <a:pPr eaLnBrk="1" hangingPunct="1">
                <a:lnSpc>
                  <a:spcPct val="100000"/>
                </a:lnSpc>
                <a:spcBef>
                  <a:spcPct val="0"/>
                </a:spcBef>
                <a:buFontTx/>
                <a:buNone/>
              </a:pPr>
              <a:t>12</a:t>
            </a:fld>
            <a:endParaRPr lang="en-AU" altLang="en-US" sz="140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ADBD631-AD0C-46CC-A1CB-0D71C54766B4}"/>
              </a:ext>
            </a:extLst>
          </p:cNvPr>
          <p:cNvSpPr>
            <a:spLocks noGrp="1"/>
          </p:cNvSpPr>
          <p:nvPr>
            <p:ph type="title"/>
          </p:nvPr>
        </p:nvSpPr>
        <p:spPr>
          <a:xfrm>
            <a:off x="1254320" y="185077"/>
            <a:ext cx="8610600" cy="831850"/>
          </a:xfrm>
        </p:spPr>
        <p:txBody>
          <a:bodyPr/>
          <a:lstStyle/>
          <a:p>
            <a:pPr eaLnBrk="1" hangingPunct="1"/>
            <a:r>
              <a:rPr lang="en-US" altLang="en-US" sz="2800" dirty="0">
                <a:latin typeface="Times New Roman" panose="02020603050405020304" pitchFamily="18" charset="0"/>
              </a:rPr>
              <a:t>Solution for two processes (cont. ) </a:t>
            </a:r>
            <a:br>
              <a:rPr lang="en-US" altLang="en-US" sz="2800" dirty="0">
                <a:latin typeface="Times New Roman" panose="02020603050405020304" pitchFamily="18" charset="0"/>
              </a:rPr>
            </a:br>
            <a:r>
              <a:rPr lang="en-US" altLang="en-US" sz="2000" dirty="0">
                <a:latin typeface="Times New Roman" panose="02020603050405020304" pitchFamily="18" charset="0"/>
              </a:rPr>
              <a:t>Software-based</a:t>
            </a:r>
            <a:endParaRPr lang="en-US" altLang="en-US" dirty="0">
              <a:latin typeface="Times New Roman" panose="02020603050405020304" pitchFamily="18" charset="0"/>
            </a:endParaRPr>
          </a:p>
        </p:txBody>
      </p:sp>
      <p:sp>
        <p:nvSpPr>
          <p:cNvPr id="47107" name="Rectangle 3">
            <a:extLst>
              <a:ext uri="{FF2B5EF4-FFF2-40B4-BE49-F238E27FC236}">
                <a16:creationId xmlns:a16="http://schemas.microsoft.com/office/drawing/2014/main" id="{F92E98C9-56E6-42D4-A50C-EDF21F3011A0}"/>
              </a:ext>
            </a:extLst>
          </p:cNvPr>
          <p:cNvSpPr>
            <a:spLocks noGrp="1"/>
          </p:cNvSpPr>
          <p:nvPr>
            <p:ph idx="1"/>
          </p:nvPr>
        </p:nvSpPr>
        <p:spPr>
          <a:xfrm>
            <a:off x="1096127" y="1096962"/>
            <a:ext cx="9967996" cy="5761038"/>
          </a:xfrm>
        </p:spPr>
        <p:txBody>
          <a:bodyPr/>
          <a:lstStyle/>
          <a:p>
            <a:pPr eaLnBrk="1" hangingPunct="1">
              <a:spcBef>
                <a:spcPct val="0"/>
              </a:spcBef>
              <a:spcAft>
                <a:spcPts val="600"/>
              </a:spcAft>
              <a:buFont typeface="Arial" panose="020B0604020202020204" pitchFamily="34" charset="0"/>
              <a:buNone/>
            </a:pPr>
            <a:r>
              <a:rPr lang="en-US" altLang="en-US" sz="2000" b="1" dirty="0">
                <a:latin typeface="Times New Roman" panose="02020603050405020304" pitchFamily="18" charset="0"/>
              </a:rPr>
              <a:t>ALGORITHM 2</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Initially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[0] =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[1] = </a:t>
            </a:r>
            <a:r>
              <a:rPr lang="en-US" altLang="en-US" sz="2000" i="1" dirty="0">
                <a:latin typeface="Times New Roman" panose="02020603050405020304" pitchFamily="18" charset="0"/>
              </a:rPr>
              <a:t>false</a:t>
            </a:r>
            <a:r>
              <a:rPr lang="en-US" altLang="en-US" sz="2000" dirty="0">
                <a:latin typeface="Times New Roman" panose="02020603050405020304" pitchFamily="18" charset="0"/>
              </a:rPr>
              <a:t>; </a:t>
            </a:r>
            <a:r>
              <a:rPr lang="en-US" altLang="en-US" sz="2000" i="1" dirty="0">
                <a:latin typeface="Times New Roman" panose="02020603050405020304" pitchFamily="18" charset="0"/>
              </a:rPr>
              <a:t>flag[</a:t>
            </a:r>
            <a:r>
              <a:rPr lang="en-US" altLang="en-US" sz="2000" i="1" dirty="0" err="1">
                <a:latin typeface="Times New Roman" panose="02020603050405020304" pitchFamily="18" charset="0"/>
              </a:rPr>
              <a:t>i</a:t>
            </a:r>
            <a:r>
              <a:rPr lang="en-US" altLang="en-US" sz="2000" i="1" dirty="0">
                <a:latin typeface="Times New Roman" panose="02020603050405020304" pitchFamily="18" charset="0"/>
              </a:rPr>
              <a:t>]</a:t>
            </a:r>
            <a:r>
              <a:rPr lang="en-US" altLang="en-US" sz="2000" dirty="0">
                <a:latin typeface="Times New Roman" panose="02020603050405020304" pitchFamily="18" charset="0"/>
              </a:rPr>
              <a:t> = </a:t>
            </a:r>
            <a:r>
              <a:rPr lang="en-US" altLang="en-US" sz="2000" i="1" dirty="0">
                <a:latin typeface="Times New Roman" panose="02020603050405020304" pitchFamily="18" charset="0"/>
              </a:rPr>
              <a:t>true </a:t>
            </a:r>
            <a:r>
              <a:rPr lang="en-US" altLang="en-US" sz="2000" dirty="0">
                <a:latin typeface="Times New Roman" panose="02020603050405020304" pitchFamily="18" charset="0"/>
                <a:sym typeface="Wingdings" panose="05000000000000000000" pitchFamily="2" charset="2"/>
              </a:rPr>
              <a:t>means</a:t>
            </a:r>
            <a:r>
              <a:rPr lang="en-US" altLang="en-US" sz="2000" dirty="0">
                <a:latin typeface="Times New Roman" panose="02020603050405020304" pitchFamily="18" charset="0"/>
              </a:rPr>
              <a:t> P</a:t>
            </a:r>
            <a:r>
              <a:rPr lang="en-US" altLang="en-US" sz="2000" i="1" baseline="-25000" dirty="0">
                <a:latin typeface="Times New Roman" panose="02020603050405020304" pitchFamily="18" charset="0"/>
              </a:rPr>
              <a:t>i</a:t>
            </a:r>
            <a:r>
              <a:rPr lang="en-US" altLang="en-US" sz="2000" dirty="0">
                <a:latin typeface="Times New Roman" panose="02020603050405020304" pitchFamily="18" charset="0"/>
              </a:rPr>
              <a:t> wants to enter its CS </a:t>
            </a:r>
          </a:p>
          <a:p>
            <a:pPr eaLnBrk="1" hangingPunct="1">
              <a:spcBef>
                <a:spcPct val="0"/>
              </a:spcBef>
              <a:spcAft>
                <a:spcPts val="600"/>
              </a:spcAft>
              <a:buFont typeface="Arial" panose="020B0604020202020204" pitchFamily="34" charset="0"/>
              <a:buNone/>
            </a:pPr>
            <a:r>
              <a:rPr lang="en-US" altLang="en-US" sz="2000" b="1" dirty="0">
                <a:latin typeface="Times New Roman" panose="02020603050405020304" pitchFamily="18" charset="0"/>
              </a:rPr>
              <a:t>var</a:t>
            </a:r>
            <a:r>
              <a:rPr lang="en-US" altLang="en-US" sz="2000" dirty="0">
                <a:latin typeface="Times New Roman" panose="02020603050405020304" pitchFamily="18" charset="0"/>
              </a:rPr>
              <a:t>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 </a:t>
            </a:r>
            <a:r>
              <a:rPr lang="en-US" altLang="en-US" sz="2000" b="1" dirty="0">
                <a:latin typeface="Times New Roman" panose="02020603050405020304" pitchFamily="18" charset="0"/>
              </a:rPr>
              <a:t>array </a:t>
            </a:r>
            <a:r>
              <a:rPr lang="en-US" altLang="en-US" sz="2000" dirty="0">
                <a:latin typeface="Times New Roman" panose="02020603050405020304" pitchFamily="18" charset="0"/>
              </a:rPr>
              <a:t>[0 .. 1]</a:t>
            </a:r>
            <a:r>
              <a:rPr lang="en-US" altLang="en-US" sz="2000" b="1" dirty="0">
                <a:latin typeface="Times New Roman" panose="02020603050405020304" pitchFamily="18" charset="0"/>
              </a:rPr>
              <a:t> of</a:t>
            </a:r>
            <a:r>
              <a:rPr lang="en-US" altLang="en-US" sz="2000" i="1" dirty="0">
                <a:latin typeface="Times New Roman" panose="02020603050405020304" pitchFamily="18" charset="0"/>
              </a:rPr>
              <a:t> </a:t>
            </a:r>
            <a:r>
              <a:rPr lang="en-US" altLang="en-US" sz="2000" i="1" dirty="0" err="1">
                <a:latin typeface="Times New Roman" panose="02020603050405020304" pitchFamily="18" charset="0"/>
              </a:rPr>
              <a:t>boolean</a:t>
            </a:r>
            <a:r>
              <a:rPr lang="en-US" altLang="en-US" sz="2000" i="1" dirty="0">
                <a:latin typeface="Times New Roman" panose="02020603050405020304" pitchFamily="18" charset="0"/>
              </a:rPr>
              <a:t>;</a:t>
            </a:r>
            <a:r>
              <a:rPr lang="en-US" altLang="en-US" sz="2000" dirty="0">
                <a:latin typeface="Times New Roman" panose="02020603050405020304" pitchFamily="18" charset="0"/>
              </a:rPr>
              <a:t> </a:t>
            </a:r>
          </a:p>
          <a:p>
            <a:pPr eaLnBrk="1" hangingPunct="1">
              <a:spcBef>
                <a:spcPct val="0"/>
              </a:spcBef>
              <a:spcAft>
                <a:spcPts val="600"/>
              </a:spcAft>
              <a:buFont typeface="Arial" panose="020B0604020202020204" pitchFamily="34" charset="0"/>
              <a:buNone/>
            </a:pPr>
            <a:endParaRPr lang="en-US" altLang="en-US" sz="800" dirty="0">
              <a:latin typeface="Times New Roman" panose="02020603050405020304" pitchFamily="18" charset="0"/>
            </a:endParaRP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Process P</a:t>
            </a:r>
            <a:r>
              <a:rPr lang="en-US" altLang="en-US" sz="2000" i="1" baseline="-25000" dirty="0">
                <a:latin typeface="Times New Roman" panose="02020603050405020304" pitchFamily="18" charset="0"/>
              </a:rPr>
              <a:t>i 				</a:t>
            </a:r>
            <a:r>
              <a:rPr lang="en-US" altLang="en-US" sz="2000" dirty="0">
                <a:latin typeface="Times New Roman" panose="02020603050405020304" pitchFamily="18" charset="0"/>
              </a:rPr>
              <a:t>Process </a:t>
            </a:r>
            <a:r>
              <a:rPr lang="en-US" altLang="en-US" sz="2000" dirty="0" err="1">
                <a:latin typeface="Times New Roman" panose="02020603050405020304" pitchFamily="18" charset="0"/>
              </a:rPr>
              <a:t>P</a:t>
            </a:r>
            <a:r>
              <a:rPr lang="en-US" altLang="en-US" sz="2000" i="1" baseline="-25000" dirty="0" err="1">
                <a:latin typeface="Times New Roman" panose="02020603050405020304" pitchFamily="18" charset="0"/>
              </a:rPr>
              <a:t>j</a:t>
            </a:r>
            <a:endParaRPr lang="en-US" altLang="en-US" sz="2000" dirty="0">
              <a:latin typeface="Times New Roman" panose="02020603050405020304" pitchFamily="18" charset="0"/>
            </a:endParaRPr>
          </a:p>
          <a:p>
            <a:pPr eaLnBrk="1" hangingPunct="1">
              <a:spcBef>
                <a:spcPct val="0"/>
              </a:spcBef>
              <a:spcAft>
                <a:spcPts val="600"/>
              </a:spcAft>
              <a:buFont typeface="Arial" panose="020B0604020202020204" pitchFamily="34" charset="0"/>
              <a:buNone/>
            </a:pPr>
            <a:r>
              <a:rPr lang="en-US" altLang="en-US" sz="2000" b="1" dirty="0">
                <a:latin typeface="Times New Roman" panose="02020603050405020304" pitchFamily="18" charset="0"/>
              </a:rPr>
              <a:t>repeat 				repeat </a:t>
            </a:r>
            <a:r>
              <a:rPr lang="en-US" altLang="en-US" sz="2000" dirty="0">
                <a:latin typeface="Times New Roman" panose="02020603050405020304" pitchFamily="18" charset="0"/>
              </a:rPr>
              <a:t>	</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a:t>
            </a:r>
            <a:r>
              <a:rPr lang="en-US" altLang="en-US" sz="2000" i="1" dirty="0" err="1">
                <a:latin typeface="Times New Roman" panose="02020603050405020304" pitchFamily="18" charset="0"/>
              </a:rPr>
              <a:t>i</a:t>
            </a:r>
            <a:r>
              <a:rPr lang="en-US" altLang="en-US" sz="2000" dirty="0">
                <a:latin typeface="Times New Roman" panose="02020603050405020304" pitchFamily="18" charset="0"/>
              </a:rPr>
              <a:t>] = </a:t>
            </a:r>
            <a:r>
              <a:rPr lang="en-US" altLang="en-US" sz="2000" i="1" dirty="0">
                <a:latin typeface="Times New Roman" panose="02020603050405020304" pitchFamily="18" charset="0"/>
              </a:rPr>
              <a:t>true</a:t>
            </a:r>
            <a:r>
              <a:rPr lang="en-US" altLang="en-US" sz="2000" dirty="0">
                <a:latin typeface="Times New Roman" panose="02020603050405020304" pitchFamily="18" charset="0"/>
              </a:rPr>
              <a:t>;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a:t>
            </a:r>
            <a:r>
              <a:rPr lang="en-US" altLang="en-US" sz="2000" i="1" dirty="0">
                <a:latin typeface="Times New Roman" panose="02020603050405020304" pitchFamily="18" charset="0"/>
              </a:rPr>
              <a:t>j</a:t>
            </a:r>
            <a:r>
              <a:rPr lang="en-US" altLang="en-US" sz="2000" dirty="0">
                <a:latin typeface="Times New Roman" panose="02020603050405020304" pitchFamily="18" charset="0"/>
              </a:rPr>
              <a:t>] = </a:t>
            </a:r>
            <a:r>
              <a:rPr lang="en-US" altLang="en-US" sz="2000" i="1" dirty="0">
                <a:latin typeface="Times New Roman" panose="02020603050405020304" pitchFamily="18" charset="0"/>
              </a:rPr>
              <a:t>true</a:t>
            </a:r>
            <a:r>
              <a:rPr lang="en-US" altLang="en-US" sz="2000" dirty="0">
                <a:latin typeface="Times New Roman" panose="02020603050405020304" pitchFamily="18" charset="0"/>
              </a:rPr>
              <a:t>;</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a:t>
            </a:r>
            <a:r>
              <a:rPr lang="en-US" altLang="en-US" sz="2000" b="1" dirty="0">
                <a:latin typeface="Times New Roman" panose="02020603050405020304" pitchFamily="18" charset="0"/>
              </a:rPr>
              <a:t>while</a:t>
            </a:r>
            <a:r>
              <a:rPr lang="en-US" altLang="en-US" sz="2000" dirty="0">
                <a:latin typeface="Times New Roman" panose="02020603050405020304" pitchFamily="18" charset="0"/>
              </a:rPr>
              <a:t>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a:t>
            </a:r>
            <a:r>
              <a:rPr lang="en-US" altLang="en-US" sz="2000" i="1" dirty="0">
                <a:latin typeface="Times New Roman" panose="02020603050405020304" pitchFamily="18" charset="0"/>
              </a:rPr>
              <a:t>j</a:t>
            </a:r>
            <a:r>
              <a:rPr lang="en-US" altLang="en-US" sz="2000" dirty="0">
                <a:latin typeface="Times New Roman" panose="02020603050405020304" pitchFamily="18" charset="0"/>
              </a:rPr>
              <a:t>] </a:t>
            </a:r>
            <a:r>
              <a:rPr lang="en-US" altLang="en-US" sz="2000" b="1" dirty="0">
                <a:latin typeface="Times New Roman" panose="02020603050405020304" pitchFamily="18" charset="0"/>
              </a:rPr>
              <a:t>do</a:t>
            </a:r>
            <a:r>
              <a:rPr lang="en-US" altLang="en-US" sz="2000" dirty="0">
                <a:latin typeface="Times New Roman" panose="02020603050405020304" pitchFamily="18" charset="0"/>
              </a:rPr>
              <a:t> </a:t>
            </a:r>
            <a:r>
              <a:rPr lang="en-US" altLang="en-US" sz="2000" i="1" dirty="0">
                <a:latin typeface="Times New Roman" panose="02020603050405020304" pitchFamily="18" charset="0"/>
              </a:rPr>
              <a:t>no-op</a:t>
            </a:r>
            <a:r>
              <a:rPr lang="en-US" altLang="en-US" sz="2000" b="1" dirty="0">
                <a:latin typeface="Times New Roman" panose="02020603050405020304" pitchFamily="18" charset="0"/>
              </a:rPr>
              <a:t>;</a:t>
            </a:r>
            <a:r>
              <a:rPr lang="en-US" altLang="en-US" sz="2000" dirty="0">
                <a:latin typeface="Times New Roman" panose="02020603050405020304" pitchFamily="18" charset="0"/>
              </a:rPr>
              <a:t> 	               </a:t>
            </a:r>
            <a:r>
              <a:rPr lang="en-US" altLang="en-US" sz="2000" b="1" dirty="0">
                <a:latin typeface="Times New Roman" panose="02020603050405020304" pitchFamily="18" charset="0"/>
              </a:rPr>
              <a:t>while</a:t>
            </a:r>
            <a:r>
              <a:rPr lang="en-US" altLang="en-US" sz="2000" dirty="0">
                <a:latin typeface="Times New Roman" panose="02020603050405020304" pitchFamily="18" charset="0"/>
              </a:rPr>
              <a:t>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a:t>
            </a:r>
            <a:r>
              <a:rPr lang="en-US" altLang="en-US" sz="2000" i="1" dirty="0" err="1">
                <a:latin typeface="Times New Roman" panose="02020603050405020304" pitchFamily="18" charset="0"/>
              </a:rPr>
              <a:t>i</a:t>
            </a:r>
            <a:r>
              <a:rPr lang="en-US" altLang="en-US" sz="2000" dirty="0">
                <a:latin typeface="Times New Roman" panose="02020603050405020304" pitchFamily="18" charset="0"/>
              </a:rPr>
              <a:t>] </a:t>
            </a:r>
            <a:r>
              <a:rPr lang="en-US" altLang="en-US" sz="2000" b="1" dirty="0">
                <a:latin typeface="Times New Roman" panose="02020603050405020304" pitchFamily="18" charset="0"/>
              </a:rPr>
              <a:t>do</a:t>
            </a:r>
            <a:r>
              <a:rPr lang="en-US" altLang="en-US" sz="2000" dirty="0">
                <a:latin typeface="Times New Roman" panose="02020603050405020304" pitchFamily="18" charset="0"/>
              </a:rPr>
              <a:t> </a:t>
            </a:r>
            <a:r>
              <a:rPr lang="en-US" altLang="en-US" sz="2000" i="1" dirty="0">
                <a:latin typeface="Times New Roman" panose="02020603050405020304" pitchFamily="18" charset="0"/>
              </a:rPr>
              <a:t>no-op</a:t>
            </a:r>
            <a:r>
              <a:rPr lang="en-US" altLang="en-US" sz="2000" b="1" dirty="0">
                <a:latin typeface="Times New Roman" panose="02020603050405020304" pitchFamily="18" charset="0"/>
              </a:rPr>
              <a:t>;</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Critical Section; 			Critical Section;</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a:t>
            </a:r>
            <a:r>
              <a:rPr lang="en-US" altLang="en-US" sz="2000" i="1" dirty="0" err="1">
                <a:latin typeface="Times New Roman" panose="02020603050405020304" pitchFamily="18" charset="0"/>
              </a:rPr>
              <a:t>i</a:t>
            </a:r>
            <a:r>
              <a:rPr lang="en-US" altLang="en-US" sz="2000" dirty="0">
                <a:latin typeface="Times New Roman" panose="02020603050405020304" pitchFamily="18" charset="0"/>
              </a:rPr>
              <a:t>] = </a:t>
            </a:r>
            <a:r>
              <a:rPr lang="en-US" altLang="en-US" sz="2000" i="1" dirty="0">
                <a:latin typeface="Times New Roman" panose="02020603050405020304" pitchFamily="18" charset="0"/>
              </a:rPr>
              <a:t>false</a:t>
            </a:r>
            <a:r>
              <a:rPr lang="en-US" altLang="en-US" sz="2000" dirty="0">
                <a:latin typeface="Times New Roman" panose="02020603050405020304" pitchFamily="18" charset="0"/>
              </a:rPr>
              <a:t>; 		                         </a:t>
            </a:r>
            <a:r>
              <a:rPr lang="en-US" altLang="en-US" sz="2000" i="1" dirty="0">
                <a:latin typeface="Times New Roman" panose="02020603050405020304" pitchFamily="18" charset="0"/>
              </a:rPr>
              <a:t>flag</a:t>
            </a:r>
            <a:r>
              <a:rPr lang="en-US" altLang="en-US" sz="2000" dirty="0">
                <a:latin typeface="Times New Roman" panose="02020603050405020304" pitchFamily="18" charset="0"/>
              </a:rPr>
              <a:t>[</a:t>
            </a:r>
            <a:r>
              <a:rPr lang="en-US" altLang="en-US" sz="2000" i="1" dirty="0">
                <a:latin typeface="Times New Roman" panose="02020603050405020304" pitchFamily="18" charset="0"/>
              </a:rPr>
              <a:t>j</a:t>
            </a:r>
            <a:r>
              <a:rPr lang="en-US" altLang="en-US" sz="2000" dirty="0">
                <a:latin typeface="Times New Roman" panose="02020603050405020304" pitchFamily="18" charset="0"/>
              </a:rPr>
              <a:t>] = </a:t>
            </a:r>
            <a:r>
              <a:rPr lang="en-US" altLang="en-US" sz="2000" i="1" dirty="0">
                <a:latin typeface="Times New Roman" panose="02020603050405020304" pitchFamily="18" charset="0"/>
              </a:rPr>
              <a:t>false</a:t>
            </a:r>
            <a:r>
              <a:rPr lang="en-US" altLang="en-US" sz="2000" dirty="0">
                <a:latin typeface="Times New Roman" panose="02020603050405020304" pitchFamily="18" charset="0"/>
              </a:rPr>
              <a:t>;</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Remainder Section; 		Remainder Section; 	</a:t>
            </a:r>
          </a:p>
          <a:p>
            <a:pPr eaLnBrk="1" hangingPunct="1">
              <a:spcBef>
                <a:spcPct val="0"/>
              </a:spcBef>
              <a:spcAft>
                <a:spcPts val="600"/>
              </a:spcAft>
              <a:buFont typeface="Arial" panose="020B0604020202020204" pitchFamily="34" charset="0"/>
              <a:buNone/>
            </a:pPr>
            <a:r>
              <a:rPr lang="en-US" altLang="en-US" sz="2000" b="1" dirty="0">
                <a:latin typeface="Times New Roman" panose="02020603050405020304" pitchFamily="18" charset="0"/>
              </a:rPr>
              <a:t>until</a:t>
            </a:r>
            <a:r>
              <a:rPr lang="en-US" altLang="en-US" sz="2000" dirty="0">
                <a:latin typeface="Times New Roman" panose="02020603050405020304" pitchFamily="18" charset="0"/>
              </a:rPr>
              <a:t> </a:t>
            </a:r>
            <a:r>
              <a:rPr lang="en-US" altLang="en-US" sz="2000" i="1" dirty="0">
                <a:latin typeface="Times New Roman" panose="02020603050405020304" pitchFamily="18" charset="0"/>
              </a:rPr>
              <a:t>false</a:t>
            </a:r>
            <a:r>
              <a:rPr lang="en-US" altLang="en-US" sz="2000" dirty="0">
                <a:latin typeface="Times New Roman" panose="02020603050405020304" pitchFamily="18" charset="0"/>
              </a:rPr>
              <a:t>; 			</a:t>
            </a:r>
            <a:r>
              <a:rPr lang="en-US" altLang="en-US" sz="2000" b="1" dirty="0">
                <a:latin typeface="Times New Roman" panose="02020603050405020304" pitchFamily="18" charset="0"/>
              </a:rPr>
              <a:t>until</a:t>
            </a:r>
            <a:r>
              <a:rPr lang="en-US" altLang="en-US" sz="2000" dirty="0">
                <a:latin typeface="Times New Roman" panose="02020603050405020304" pitchFamily="18" charset="0"/>
              </a:rPr>
              <a:t> </a:t>
            </a:r>
            <a:r>
              <a:rPr lang="en-US" altLang="en-US" sz="2000" i="1" dirty="0">
                <a:latin typeface="Times New Roman" panose="02020603050405020304" pitchFamily="18" charset="0"/>
              </a:rPr>
              <a:t>false</a:t>
            </a:r>
            <a:r>
              <a:rPr lang="en-US" altLang="en-US" sz="2000" dirty="0">
                <a:latin typeface="Times New Roman" panose="02020603050405020304" pitchFamily="18" charset="0"/>
              </a:rPr>
              <a:t>;</a:t>
            </a:r>
          </a:p>
          <a:p>
            <a:pPr eaLnBrk="1" hangingPunct="1">
              <a:spcBef>
                <a:spcPct val="0"/>
              </a:spcBef>
              <a:spcAft>
                <a:spcPts val="600"/>
              </a:spcAft>
            </a:pPr>
            <a:endParaRPr lang="en-US" altLang="en-US" sz="1600" dirty="0">
              <a:latin typeface="Times New Roman" panose="02020603050405020304" pitchFamily="18" charset="0"/>
            </a:endParaRPr>
          </a:p>
          <a:p>
            <a:pPr eaLnBrk="1" hangingPunct="1">
              <a:spcBef>
                <a:spcPct val="0"/>
              </a:spcBef>
              <a:spcAft>
                <a:spcPts val="600"/>
              </a:spcAft>
            </a:pPr>
            <a:r>
              <a:rPr lang="en-US" altLang="en-US" sz="2000" dirty="0">
                <a:latin typeface="Times New Roman" panose="02020603050405020304" pitchFamily="18" charset="0"/>
              </a:rPr>
              <a:t>Satisfy mutual exclusion, but violates the progress requirement:</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T</a:t>
            </a:r>
            <a:r>
              <a:rPr lang="en-US" altLang="en-US" sz="2000" baseline="-25000" dirty="0">
                <a:latin typeface="Times New Roman" panose="02020603050405020304" pitchFamily="18" charset="0"/>
              </a:rPr>
              <a:t>0</a:t>
            </a:r>
            <a:r>
              <a:rPr lang="en-US" altLang="en-US" sz="2000" dirty="0">
                <a:latin typeface="Times New Roman" panose="02020603050405020304" pitchFamily="18" charset="0"/>
              </a:rPr>
              <a:t>: P</a:t>
            </a:r>
            <a:r>
              <a:rPr lang="en-US" altLang="en-US" sz="2000" baseline="-25000" dirty="0">
                <a:latin typeface="Times New Roman" panose="02020603050405020304" pitchFamily="18" charset="0"/>
              </a:rPr>
              <a:t>0</a:t>
            </a:r>
            <a:r>
              <a:rPr lang="en-US" altLang="en-US" sz="2000" dirty="0">
                <a:latin typeface="Times New Roman" panose="02020603050405020304" pitchFamily="18" charset="0"/>
              </a:rPr>
              <a:t> sets flag[0] = true.</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T</a:t>
            </a:r>
            <a:r>
              <a:rPr lang="en-US" altLang="en-US" sz="2000" baseline="-25000" dirty="0">
                <a:latin typeface="Times New Roman" panose="02020603050405020304" pitchFamily="18" charset="0"/>
              </a:rPr>
              <a:t>1</a:t>
            </a:r>
            <a:r>
              <a:rPr lang="en-US" altLang="en-US" sz="2000" dirty="0">
                <a:latin typeface="Times New Roman" panose="02020603050405020304" pitchFamily="18" charset="0"/>
              </a:rPr>
              <a:t>: P</a:t>
            </a:r>
            <a:r>
              <a:rPr lang="en-US" altLang="en-US" sz="2000" baseline="-25000" dirty="0">
                <a:latin typeface="Times New Roman" panose="02020603050405020304" pitchFamily="18" charset="0"/>
              </a:rPr>
              <a:t>1</a:t>
            </a:r>
            <a:r>
              <a:rPr lang="en-US" altLang="en-US" sz="2000" dirty="0">
                <a:latin typeface="Times New Roman" panose="02020603050405020304" pitchFamily="18" charset="0"/>
              </a:rPr>
              <a:t> sets flag[1] = true.</a:t>
            </a:r>
          </a:p>
          <a:p>
            <a:pPr eaLnBrk="1" hangingPunct="1">
              <a:spcBef>
                <a:spcPct val="0"/>
              </a:spcBef>
              <a:spcAft>
                <a:spcPts val="600"/>
              </a:spcAft>
              <a:buFont typeface="Arial" panose="020B0604020202020204" pitchFamily="34" charset="0"/>
              <a:buNone/>
            </a:pPr>
            <a:r>
              <a:rPr lang="en-US" altLang="en-US" sz="2000" dirty="0">
                <a:latin typeface="Times New Roman" panose="02020603050405020304" pitchFamily="18" charset="0"/>
              </a:rPr>
              <a:t>	</a:t>
            </a:r>
            <a:r>
              <a:rPr lang="en-US" altLang="en-US" sz="2000" dirty="0">
                <a:latin typeface="Times New Roman" panose="02020603050405020304" pitchFamily="18" charset="0"/>
                <a:sym typeface="Wingdings" panose="05000000000000000000" pitchFamily="2" charset="2"/>
              </a:rPr>
              <a:t></a:t>
            </a:r>
            <a:r>
              <a:rPr lang="en-US" altLang="en-US" sz="2000" dirty="0">
                <a:latin typeface="Times New Roman" panose="02020603050405020304" pitchFamily="18" charset="0"/>
              </a:rPr>
              <a:t> P</a:t>
            </a:r>
            <a:r>
              <a:rPr lang="en-US" altLang="en-US" sz="2000" baseline="-25000" dirty="0">
                <a:latin typeface="Times New Roman" panose="02020603050405020304" pitchFamily="18" charset="0"/>
              </a:rPr>
              <a:t>0</a:t>
            </a:r>
            <a:r>
              <a:rPr lang="en-US" altLang="en-US" sz="2000" dirty="0">
                <a:latin typeface="Times New Roman" panose="02020603050405020304" pitchFamily="18" charset="0"/>
              </a:rPr>
              <a:t> and P</a:t>
            </a:r>
            <a:r>
              <a:rPr lang="en-US" altLang="en-US" sz="2000" baseline="-25000" dirty="0">
                <a:latin typeface="Times New Roman" panose="02020603050405020304" pitchFamily="18" charset="0"/>
              </a:rPr>
              <a:t>1</a:t>
            </a:r>
            <a:r>
              <a:rPr lang="en-US" altLang="en-US" sz="2000" dirty="0">
                <a:latin typeface="Times New Roman" panose="02020603050405020304" pitchFamily="18" charset="0"/>
              </a:rPr>
              <a:t> are looping in their respective </a:t>
            </a:r>
            <a:r>
              <a:rPr lang="en-US" altLang="en-US" sz="2000" b="1" dirty="0">
                <a:latin typeface="Times New Roman" panose="02020603050405020304" pitchFamily="18" charset="0"/>
              </a:rPr>
              <a:t>while.</a:t>
            </a:r>
          </a:p>
        </p:txBody>
      </p:sp>
      <p:sp>
        <p:nvSpPr>
          <p:cNvPr id="47108" name="Slide Number Placeholder 5">
            <a:extLst>
              <a:ext uri="{FF2B5EF4-FFF2-40B4-BE49-F238E27FC236}">
                <a16:creationId xmlns:a16="http://schemas.microsoft.com/office/drawing/2014/main" id="{7EB25D0A-D346-47C9-BD66-D7AB74A87B45}"/>
              </a:ext>
            </a:extLst>
          </p:cNvPr>
          <p:cNvSpPr>
            <a:spLocks noGrp="1"/>
          </p:cNvSpPr>
          <p:nvPr>
            <p:ph type="sldNum" sz="quarter" idx="12"/>
          </p:nvPr>
        </p:nvSpPr>
        <p:spPr bwMode="auto">
          <a:xfrm>
            <a:off x="9525000" y="62484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eaLnBrk="1" hangingPunct="1">
              <a:lnSpc>
                <a:spcPct val="100000"/>
              </a:lnSpc>
              <a:spcBef>
                <a:spcPct val="0"/>
              </a:spcBef>
              <a:buFontTx/>
              <a:buNone/>
            </a:pPr>
            <a:fld id="{A5428BBC-3798-4FF6-83F3-F92A53F5FB2F}" type="slidenum">
              <a:rPr lang="en-AU" altLang="en-US" sz="1400">
                <a:latin typeface="Times New Roman" panose="02020603050405020304" pitchFamily="18" charset="0"/>
              </a:rPr>
              <a:pPr eaLnBrk="1" hangingPunct="1">
                <a:lnSpc>
                  <a:spcPct val="100000"/>
                </a:lnSpc>
                <a:spcBef>
                  <a:spcPct val="0"/>
                </a:spcBef>
                <a:buFontTx/>
                <a:buNone/>
              </a:pPr>
              <a:t>13</a:t>
            </a:fld>
            <a:endParaRPr lang="en-AU" altLang="en-US" sz="14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6079284-A29D-489B-9F8D-4206FA25AEBF}"/>
              </a:ext>
            </a:extLst>
          </p:cNvPr>
          <p:cNvSpPr>
            <a:spLocks noGrp="1"/>
          </p:cNvSpPr>
          <p:nvPr>
            <p:ph type="title"/>
          </p:nvPr>
        </p:nvSpPr>
        <p:spPr>
          <a:xfrm>
            <a:off x="1254320" y="235048"/>
            <a:ext cx="8610600" cy="831850"/>
          </a:xfrm>
        </p:spPr>
        <p:txBody>
          <a:bodyPr/>
          <a:lstStyle/>
          <a:p>
            <a:pPr eaLnBrk="1" hangingPunct="1"/>
            <a:r>
              <a:rPr lang="en-US" altLang="en-US" sz="2800" dirty="0">
                <a:latin typeface="Times New Roman" panose="02020603050405020304" pitchFamily="18" charset="0"/>
              </a:rPr>
              <a:t>Solution for two processes (cont. ) </a:t>
            </a:r>
            <a:br>
              <a:rPr lang="en-US" altLang="en-US" sz="2800" dirty="0">
                <a:latin typeface="Times New Roman" panose="02020603050405020304" pitchFamily="18" charset="0"/>
              </a:rPr>
            </a:br>
            <a:r>
              <a:rPr lang="en-US" altLang="en-US" sz="2000" dirty="0">
                <a:latin typeface="Times New Roman" panose="02020603050405020304" pitchFamily="18" charset="0"/>
              </a:rPr>
              <a:t>Software-based</a:t>
            </a:r>
            <a:endParaRPr lang="en-US" altLang="en-US" dirty="0">
              <a:latin typeface="Times New Roman" panose="02020603050405020304" pitchFamily="18" charset="0"/>
            </a:endParaRPr>
          </a:p>
        </p:txBody>
      </p:sp>
      <p:sp>
        <p:nvSpPr>
          <p:cNvPr id="41987" name="Rectangle 3">
            <a:extLst>
              <a:ext uri="{FF2B5EF4-FFF2-40B4-BE49-F238E27FC236}">
                <a16:creationId xmlns:a16="http://schemas.microsoft.com/office/drawing/2014/main" id="{F8112083-AC2D-4C26-8B92-20E8D45F3C21}"/>
              </a:ext>
            </a:extLst>
          </p:cNvPr>
          <p:cNvSpPr>
            <a:spLocks noGrp="1" noChangeArrowheads="1"/>
          </p:cNvSpPr>
          <p:nvPr>
            <p:ph idx="1"/>
          </p:nvPr>
        </p:nvSpPr>
        <p:spPr>
          <a:xfrm>
            <a:off x="987034" y="1244576"/>
            <a:ext cx="8713788" cy="5905500"/>
          </a:xfrm>
        </p:spPr>
        <p:txBody>
          <a:bodyPr rtlCol="0">
            <a:normAutofit lnSpcReduction="10000"/>
          </a:bodyPr>
          <a:lstStyle/>
          <a:p>
            <a:pPr marL="0" indent="0" eaLnBrk="1" fontAlgn="auto" hangingPunct="1">
              <a:lnSpc>
                <a:spcPct val="80000"/>
              </a:lnSpc>
              <a:spcBef>
                <a:spcPts val="0"/>
              </a:spcBef>
              <a:spcAft>
                <a:spcPts val="600"/>
              </a:spcAft>
              <a:buFont typeface="Arial" panose="020B0604020202020204" pitchFamily="34" charset="0"/>
              <a:buNone/>
              <a:defRPr/>
            </a:pPr>
            <a:r>
              <a:rPr lang="en-US" sz="2000" b="1" dirty="0">
                <a:latin typeface="Times New Roman" charset="0"/>
              </a:rPr>
              <a:t>// Peterson’s solution</a:t>
            </a:r>
            <a:r>
              <a:rPr lang="en-US" sz="2000" dirty="0">
                <a:latin typeface="Times New Roman" charset="0"/>
              </a:rPr>
              <a:t>: Combine shared variables of Algorithms 1 and 2</a:t>
            </a:r>
          </a:p>
          <a:p>
            <a:pPr eaLnBrk="1" fontAlgn="auto" hangingPunct="1">
              <a:lnSpc>
                <a:spcPct val="80000"/>
              </a:lnSpc>
              <a:spcBef>
                <a:spcPts val="0"/>
              </a:spcBef>
              <a:spcAft>
                <a:spcPts val="600"/>
              </a:spcAft>
              <a:buFont typeface="Arial" panose="020B0604020202020204" pitchFamily="34" charset="0"/>
              <a:buNone/>
              <a:defRPr/>
            </a:pPr>
            <a:r>
              <a:rPr lang="en-AU" sz="2000" dirty="0">
                <a:latin typeface="Times New Roman" charset="0"/>
              </a:rPr>
              <a:t>Process P</a:t>
            </a:r>
            <a:r>
              <a:rPr lang="en-AU" sz="2000" i="1" baseline="-25000" dirty="0">
                <a:latin typeface="Times New Roman" charset="0"/>
              </a:rPr>
              <a:t>i 				 </a:t>
            </a:r>
            <a:r>
              <a:rPr lang="en-AU" sz="2000" i="1" dirty="0">
                <a:latin typeface="Times New Roman" charset="0"/>
              </a:rPr>
              <a:t>          </a:t>
            </a:r>
            <a:r>
              <a:rPr lang="en-AU" sz="2000" i="1" baseline="-25000" dirty="0">
                <a:latin typeface="Times New Roman" charset="0"/>
              </a:rPr>
              <a:t> </a:t>
            </a:r>
            <a:r>
              <a:rPr lang="en-AU" sz="2000" dirty="0">
                <a:latin typeface="Times New Roman" charset="0"/>
              </a:rPr>
              <a:t>Process </a:t>
            </a:r>
            <a:r>
              <a:rPr lang="en-AU" sz="2000" dirty="0" err="1">
                <a:latin typeface="Times New Roman" charset="0"/>
              </a:rPr>
              <a:t>P</a:t>
            </a:r>
            <a:r>
              <a:rPr lang="en-AU" sz="2000" i="1" baseline="-25000" dirty="0" err="1">
                <a:latin typeface="Times New Roman" charset="0"/>
              </a:rPr>
              <a:t>j</a:t>
            </a:r>
            <a:endParaRPr lang="en-US" sz="2000" dirty="0">
              <a:latin typeface="Times New Roman" charset="0"/>
            </a:endParaRPr>
          </a:p>
          <a:p>
            <a:pPr eaLnBrk="1" fontAlgn="auto" hangingPunct="1">
              <a:lnSpc>
                <a:spcPct val="80000"/>
              </a:lnSpc>
              <a:spcBef>
                <a:spcPts val="0"/>
              </a:spcBef>
              <a:spcAft>
                <a:spcPts val="600"/>
              </a:spcAft>
              <a:buFont typeface="Arial" panose="020B0604020202020204" pitchFamily="34" charset="0"/>
              <a:buNone/>
              <a:defRPr/>
            </a:pPr>
            <a:r>
              <a:rPr lang="en-US" sz="2000" b="1" dirty="0">
                <a:latin typeface="Times New Roman" charset="0"/>
              </a:rPr>
              <a:t>repeat 				            repeat</a:t>
            </a:r>
          </a:p>
          <a:p>
            <a:pPr eaLnBrk="1" fontAlgn="auto" hangingPunct="1">
              <a:lnSpc>
                <a:spcPct val="80000"/>
              </a:lnSpc>
              <a:spcBef>
                <a:spcPts val="0"/>
              </a:spcBef>
              <a:spcAft>
                <a:spcPts val="600"/>
              </a:spcAft>
              <a:buFont typeface="Arial" panose="020B0604020202020204" pitchFamily="34" charset="0"/>
              <a:buNone/>
              <a:defRPr/>
            </a:pPr>
            <a:r>
              <a:rPr lang="en-US" sz="2000" dirty="0">
                <a:latin typeface="Times New Roman" charset="0"/>
              </a:rPr>
              <a:t>	</a:t>
            </a:r>
            <a:r>
              <a:rPr lang="en-US" sz="2000" i="1" dirty="0">
                <a:latin typeface="Times New Roman" charset="0"/>
              </a:rPr>
              <a:t>flag</a:t>
            </a:r>
            <a:r>
              <a:rPr lang="en-US" sz="2000" dirty="0">
                <a:latin typeface="Times New Roman" charset="0"/>
              </a:rPr>
              <a:t>[</a:t>
            </a:r>
            <a:r>
              <a:rPr lang="en-US" sz="2000" i="1" dirty="0" err="1">
                <a:latin typeface="Times New Roman" charset="0"/>
              </a:rPr>
              <a:t>i</a:t>
            </a:r>
            <a:r>
              <a:rPr lang="en-US" sz="2000" dirty="0">
                <a:latin typeface="Times New Roman" charset="0"/>
              </a:rPr>
              <a:t>] = </a:t>
            </a:r>
            <a:r>
              <a:rPr lang="en-US" sz="2000" i="1" dirty="0">
                <a:latin typeface="Times New Roman" charset="0"/>
              </a:rPr>
              <a:t>true</a:t>
            </a:r>
            <a:r>
              <a:rPr lang="en-US" sz="2000" dirty="0">
                <a:latin typeface="Times New Roman" charset="0"/>
              </a:rPr>
              <a:t>; 				   </a:t>
            </a:r>
            <a:r>
              <a:rPr lang="en-US" sz="2000" i="1" dirty="0">
                <a:latin typeface="Times New Roman" charset="0"/>
              </a:rPr>
              <a:t>flag</a:t>
            </a:r>
            <a:r>
              <a:rPr lang="en-US" sz="2000" dirty="0">
                <a:latin typeface="Times New Roman" charset="0"/>
              </a:rPr>
              <a:t>[</a:t>
            </a:r>
            <a:r>
              <a:rPr lang="en-US" sz="2000" i="1" dirty="0">
                <a:latin typeface="Times New Roman" charset="0"/>
              </a:rPr>
              <a:t>j</a:t>
            </a:r>
            <a:r>
              <a:rPr lang="en-US" sz="2000" dirty="0">
                <a:latin typeface="Times New Roman" charset="0"/>
              </a:rPr>
              <a:t>] = </a:t>
            </a:r>
            <a:r>
              <a:rPr lang="en-US" sz="2000" i="1" dirty="0">
                <a:latin typeface="Times New Roman" charset="0"/>
              </a:rPr>
              <a:t>true</a:t>
            </a:r>
            <a:r>
              <a:rPr lang="en-US" sz="2000" dirty="0">
                <a:latin typeface="Times New Roman" charset="0"/>
              </a:rPr>
              <a:t>; 	</a:t>
            </a:r>
          </a:p>
          <a:p>
            <a:pPr eaLnBrk="1" fontAlgn="auto" hangingPunct="1">
              <a:lnSpc>
                <a:spcPct val="80000"/>
              </a:lnSpc>
              <a:spcBef>
                <a:spcPts val="0"/>
              </a:spcBef>
              <a:spcAft>
                <a:spcPts val="600"/>
              </a:spcAft>
              <a:buFont typeface="Arial" panose="020B0604020202020204" pitchFamily="34" charset="0"/>
              <a:buNone/>
              <a:defRPr/>
            </a:pPr>
            <a:r>
              <a:rPr lang="en-US" sz="2000" dirty="0">
                <a:latin typeface="Times New Roman" charset="0"/>
              </a:rPr>
              <a:t>	</a:t>
            </a:r>
            <a:r>
              <a:rPr lang="en-US" sz="2000" i="1" dirty="0">
                <a:latin typeface="Times New Roman" charset="0"/>
              </a:rPr>
              <a:t>turn</a:t>
            </a:r>
            <a:r>
              <a:rPr lang="en-US" sz="2000" dirty="0">
                <a:latin typeface="Times New Roman" charset="0"/>
              </a:rPr>
              <a:t> </a:t>
            </a:r>
            <a:r>
              <a:rPr lang="en-US" sz="2000" i="1" dirty="0">
                <a:latin typeface="Times New Roman" charset="0"/>
              </a:rPr>
              <a:t>= j</a:t>
            </a:r>
            <a:r>
              <a:rPr lang="en-US" sz="2000" dirty="0">
                <a:latin typeface="Times New Roman" charset="0"/>
              </a:rPr>
              <a:t>; 				   </a:t>
            </a:r>
            <a:r>
              <a:rPr lang="en-US" sz="2000" i="1" dirty="0">
                <a:latin typeface="Times New Roman" charset="0"/>
              </a:rPr>
              <a:t>turn</a:t>
            </a:r>
            <a:r>
              <a:rPr lang="en-US" sz="2000" dirty="0">
                <a:latin typeface="Times New Roman" charset="0"/>
              </a:rPr>
              <a:t> </a:t>
            </a:r>
            <a:r>
              <a:rPr lang="en-US" sz="2000" i="1" dirty="0">
                <a:latin typeface="Times New Roman" charset="0"/>
              </a:rPr>
              <a:t>= </a:t>
            </a:r>
            <a:r>
              <a:rPr lang="en-US" sz="2000" i="1" dirty="0" err="1">
                <a:latin typeface="Times New Roman" charset="0"/>
              </a:rPr>
              <a:t>i</a:t>
            </a:r>
            <a:r>
              <a:rPr lang="en-US" sz="2000" dirty="0">
                <a:latin typeface="Times New Roman" charset="0"/>
              </a:rPr>
              <a:t>;</a:t>
            </a:r>
          </a:p>
          <a:p>
            <a:pPr eaLnBrk="1" fontAlgn="auto" hangingPunct="1">
              <a:lnSpc>
                <a:spcPct val="80000"/>
              </a:lnSpc>
              <a:spcBef>
                <a:spcPts val="0"/>
              </a:spcBef>
              <a:spcAft>
                <a:spcPts val="600"/>
              </a:spcAft>
              <a:buFont typeface="Arial" panose="020B0604020202020204" pitchFamily="34" charset="0"/>
              <a:buNone/>
              <a:defRPr/>
            </a:pPr>
            <a:r>
              <a:rPr lang="en-US" sz="2000" dirty="0">
                <a:latin typeface="Times New Roman" charset="0"/>
              </a:rPr>
              <a:t>	</a:t>
            </a:r>
            <a:r>
              <a:rPr lang="en-US" sz="2000" b="1" dirty="0">
                <a:latin typeface="Times New Roman" charset="0"/>
              </a:rPr>
              <a:t>while</a:t>
            </a:r>
            <a:r>
              <a:rPr lang="en-US" sz="2000" dirty="0">
                <a:latin typeface="Times New Roman" charset="0"/>
              </a:rPr>
              <a:t> (</a:t>
            </a:r>
            <a:r>
              <a:rPr lang="en-US" sz="2000" i="1" dirty="0">
                <a:latin typeface="Times New Roman" charset="0"/>
              </a:rPr>
              <a:t>flag</a:t>
            </a:r>
            <a:r>
              <a:rPr lang="en-US" sz="2000" dirty="0">
                <a:latin typeface="Times New Roman" charset="0"/>
              </a:rPr>
              <a:t>[</a:t>
            </a:r>
            <a:r>
              <a:rPr lang="en-US" sz="2000" i="1" dirty="0">
                <a:latin typeface="Times New Roman" charset="0"/>
              </a:rPr>
              <a:t>j</a:t>
            </a:r>
            <a:r>
              <a:rPr lang="en-US" sz="2000" dirty="0">
                <a:latin typeface="Times New Roman" charset="0"/>
              </a:rPr>
              <a:t>] </a:t>
            </a:r>
            <a:r>
              <a:rPr lang="en-US" sz="2000" b="1" dirty="0">
                <a:latin typeface="Times New Roman" charset="0"/>
              </a:rPr>
              <a:t>and </a:t>
            </a:r>
            <a:r>
              <a:rPr lang="en-US" sz="2000" i="1" dirty="0">
                <a:latin typeface="Times New Roman" charset="0"/>
              </a:rPr>
              <a:t>turn = j</a:t>
            </a:r>
            <a:r>
              <a:rPr lang="en-US" sz="2000" dirty="0">
                <a:latin typeface="Times New Roman" charset="0"/>
              </a:rPr>
              <a:t>) </a:t>
            </a:r>
            <a:r>
              <a:rPr lang="en-US" sz="2000" b="1" dirty="0">
                <a:latin typeface="Times New Roman" charset="0"/>
              </a:rPr>
              <a:t>do</a:t>
            </a:r>
            <a:r>
              <a:rPr lang="en-US" sz="2000" dirty="0">
                <a:latin typeface="Times New Roman" charset="0"/>
              </a:rPr>
              <a:t> </a:t>
            </a:r>
            <a:r>
              <a:rPr lang="en-US" sz="2000" i="1" dirty="0">
                <a:latin typeface="Times New Roman" charset="0"/>
              </a:rPr>
              <a:t>no-op</a:t>
            </a:r>
            <a:r>
              <a:rPr lang="en-US" sz="2000" b="1" dirty="0">
                <a:latin typeface="Times New Roman" charset="0"/>
              </a:rPr>
              <a:t>;</a:t>
            </a:r>
            <a:r>
              <a:rPr lang="en-US" sz="2000" dirty="0">
                <a:latin typeface="Times New Roman" charset="0"/>
              </a:rPr>
              <a:t> 	    </a:t>
            </a:r>
            <a:r>
              <a:rPr lang="en-US" sz="2000" b="1" dirty="0">
                <a:latin typeface="Times New Roman" charset="0"/>
              </a:rPr>
              <a:t>while</a:t>
            </a:r>
            <a:r>
              <a:rPr lang="en-US" sz="2000" dirty="0">
                <a:latin typeface="Times New Roman" charset="0"/>
              </a:rPr>
              <a:t> (</a:t>
            </a:r>
            <a:r>
              <a:rPr lang="en-US" sz="2000" i="1" dirty="0">
                <a:latin typeface="Times New Roman" charset="0"/>
              </a:rPr>
              <a:t>flag</a:t>
            </a:r>
            <a:r>
              <a:rPr lang="en-US" sz="2000" dirty="0">
                <a:latin typeface="Times New Roman" charset="0"/>
              </a:rPr>
              <a:t>[</a:t>
            </a:r>
            <a:r>
              <a:rPr lang="en-US" sz="2000" i="1" dirty="0" err="1">
                <a:latin typeface="Times New Roman" charset="0"/>
              </a:rPr>
              <a:t>i</a:t>
            </a:r>
            <a:r>
              <a:rPr lang="en-US" sz="2000" dirty="0">
                <a:latin typeface="Times New Roman" charset="0"/>
              </a:rPr>
              <a:t>] </a:t>
            </a:r>
            <a:r>
              <a:rPr lang="en-US" sz="2000" b="1" dirty="0">
                <a:latin typeface="Times New Roman" charset="0"/>
              </a:rPr>
              <a:t>and </a:t>
            </a:r>
            <a:r>
              <a:rPr lang="en-US" sz="2000" i="1" dirty="0">
                <a:latin typeface="Times New Roman" charset="0"/>
              </a:rPr>
              <a:t>turn =</a:t>
            </a:r>
            <a:r>
              <a:rPr lang="en-US" sz="2000" i="1" dirty="0" err="1">
                <a:latin typeface="Times New Roman" charset="0"/>
              </a:rPr>
              <a:t>i</a:t>
            </a:r>
            <a:r>
              <a:rPr lang="en-US" sz="2000" dirty="0">
                <a:latin typeface="Times New Roman" charset="0"/>
              </a:rPr>
              <a:t>) </a:t>
            </a:r>
            <a:r>
              <a:rPr lang="en-US" sz="2000" b="1" dirty="0">
                <a:latin typeface="Times New Roman" charset="0"/>
              </a:rPr>
              <a:t>do</a:t>
            </a:r>
            <a:r>
              <a:rPr lang="en-US" sz="2000" dirty="0">
                <a:latin typeface="Times New Roman" charset="0"/>
              </a:rPr>
              <a:t> </a:t>
            </a:r>
            <a:r>
              <a:rPr lang="en-US" sz="2000" i="1" dirty="0">
                <a:latin typeface="Times New Roman" charset="0"/>
              </a:rPr>
              <a:t>no-op</a:t>
            </a:r>
            <a:r>
              <a:rPr lang="en-US" sz="2000" b="1" dirty="0">
                <a:latin typeface="Times New Roman" charset="0"/>
              </a:rPr>
              <a:t>;</a:t>
            </a:r>
            <a:r>
              <a:rPr lang="en-US" sz="2000" dirty="0">
                <a:latin typeface="Times New Roman" charset="0"/>
              </a:rPr>
              <a:t> </a:t>
            </a:r>
          </a:p>
          <a:p>
            <a:pPr eaLnBrk="1" fontAlgn="auto" hangingPunct="1">
              <a:lnSpc>
                <a:spcPct val="80000"/>
              </a:lnSpc>
              <a:spcBef>
                <a:spcPts val="0"/>
              </a:spcBef>
              <a:spcAft>
                <a:spcPts val="600"/>
              </a:spcAft>
              <a:buFont typeface="Arial" panose="020B0604020202020204" pitchFamily="34" charset="0"/>
              <a:buNone/>
              <a:defRPr/>
            </a:pPr>
            <a:r>
              <a:rPr lang="en-US" sz="2000" dirty="0">
                <a:latin typeface="Times New Roman" charset="0"/>
              </a:rPr>
              <a:t>		critical section 			           critical section</a:t>
            </a:r>
          </a:p>
          <a:p>
            <a:pPr eaLnBrk="1" fontAlgn="auto" hangingPunct="1">
              <a:lnSpc>
                <a:spcPct val="80000"/>
              </a:lnSpc>
              <a:spcBef>
                <a:spcPts val="0"/>
              </a:spcBef>
              <a:spcAft>
                <a:spcPts val="600"/>
              </a:spcAft>
              <a:buFont typeface="Arial" panose="020B0604020202020204" pitchFamily="34" charset="0"/>
              <a:buNone/>
              <a:defRPr/>
            </a:pPr>
            <a:r>
              <a:rPr lang="en-US" sz="2000" dirty="0">
                <a:latin typeface="Times New Roman" charset="0"/>
              </a:rPr>
              <a:t>	</a:t>
            </a:r>
            <a:r>
              <a:rPr lang="en-US" sz="2000" i="1" dirty="0">
                <a:latin typeface="Times New Roman" charset="0"/>
              </a:rPr>
              <a:t>flag</a:t>
            </a:r>
            <a:r>
              <a:rPr lang="en-US" sz="2000" dirty="0">
                <a:latin typeface="Times New Roman" charset="0"/>
              </a:rPr>
              <a:t>[</a:t>
            </a:r>
            <a:r>
              <a:rPr lang="en-US" sz="2000" i="1" dirty="0" err="1">
                <a:latin typeface="Times New Roman" charset="0"/>
              </a:rPr>
              <a:t>i</a:t>
            </a:r>
            <a:r>
              <a:rPr lang="en-US" sz="2000" dirty="0">
                <a:latin typeface="Times New Roman" charset="0"/>
              </a:rPr>
              <a:t>] = </a:t>
            </a:r>
            <a:r>
              <a:rPr lang="en-US" sz="2000" i="1" dirty="0">
                <a:latin typeface="Times New Roman" charset="0"/>
              </a:rPr>
              <a:t>false</a:t>
            </a:r>
            <a:r>
              <a:rPr lang="en-US" sz="2000" dirty="0">
                <a:latin typeface="Times New Roman" charset="0"/>
              </a:rPr>
              <a:t>; 			    </a:t>
            </a:r>
            <a:r>
              <a:rPr lang="en-US" sz="2000" i="1" dirty="0">
                <a:latin typeface="Times New Roman" charset="0"/>
              </a:rPr>
              <a:t>flag</a:t>
            </a:r>
            <a:r>
              <a:rPr lang="en-US" sz="2000" dirty="0">
                <a:latin typeface="Times New Roman" charset="0"/>
              </a:rPr>
              <a:t>[</a:t>
            </a:r>
            <a:r>
              <a:rPr lang="en-US" sz="2000" i="1" dirty="0">
                <a:latin typeface="Times New Roman" charset="0"/>
              </a:rPr>
              <a:t>j</a:t>
            </a:r>
            <a:r>
              <a:rPr lang="en-US" sz="2000" dirty="0">
                <a:latin typeface="Times New Roman" charset="0"/>
              </a:rPr>
              <a:t>] = </a:t>
            </a:r>
            <a:r>
              <a:rPr lang="en-US" sz="2000" i="1" dirty="0">
                <a:latin typeface="Times New Roman" charset="0"/>
              </a:rPr>
              <a:t>false</a:t>
            </a:r>
            <a:r>
              <a:rPr lang="en-US" sz="2000" dirty="0">
                <a:latin typeface="Times New Roman" charset="0"/>
              </a:rPr>
              <a:t>; 	</a:t>
            </a:r>
          </a:p>
          <a:p>
            <a:pPr eaLnBrk="1" fontAlgn="auto" hangingPunct="1">
              <a:lnSpc>
                <a:spcPct val="80000"/>
              </a:lnSpc>
              <a:spcBef>
                <a:spcPts val="0"/>
              </a:spcBef>
              <a:spcAft>
                <a:spcPts val="600"/>
              </a:spcAft>
              <a:buFont typeface="Arial" panose="020B0604020202020204" pitchFamily="34" charset="0"/>
              <a:buNone/>
              <a:defRPr/>
            </a:pPr>
            <a:r>
              <a:rPr lang="en-US" sz="2000" dirty="0">
                <a:latin typeface="Times New Roman" charset="0"/>
              </a:rPr>
              <a:t>		remainder section 		           remainder section 	</a:t>
            </a:r>
          </a:p>
          <a:p>
            <a:pPr eaLnBrk="1" fontAlgn="auto" hangingPunct="1">
              <a:lnSpc>
                <a:spcPct val="80000"/>
              </a:lnSpc>
              <a:spcBef>
                <a:spcPts val="0"/>
              </a:spcBef>
              <a:spcAft>
                <a:spcPts val="600"/>
              </a:spcAft>
              <a:buFont typeface="Arial" panose="020B0604020202020204" pitchFamily="34" charset="0"/>
              <a:buNone/>
              <a:defRPr/>
            </a:pPr>
            <a:r>
              <a:rPr lang="en-US" sz="2000" b="1" dirty="0">
                <a:latin typeface="Times New Roman" charset="0"/>
              </a:rPr>
              <a:t>until</a:t>
            </a:r>
            <a:r>
              <a:rPr lang="en-US" sz="2000" dirty="0">
                <a:latin typeface="Times New Roman" charset="0"/>
              </a:rPr>
              <a:t> </a:t>
            </a:r>
            <a:r>
              <a:rPr lang="en-US" sz="2000" i="1" dirty="0">
                <a:latin typeface="Times New Roman" charset="0"/>
              </a:rPr>
              <a:t>false</a:t>
            </a:r>
            <a:r>
              <a:rPr lang="en-US" sz="2000" dirty="0">
                <a:latin typeface="Times New Roman" charset="0"/>
              </a:rPr>
              <a:t>; 				</a:t>
            </a:r>
            <a:r>
              <a:rPr lang="en-US" sz="2000" b="1" dirty="0">
                <a:latin typeface="Times New Roman" charset="0"/>
              </a:rPr>
              <a:t>until</a:t>
            </a:r>
            <a:r>
              <a:rPr lang="en-US" sz="2000" dirty="0">
                <a:latin typeface="Times New Roman" charset="0"/>
              </a:rPr>
              <a:t> </a:t>
            </a:r>
            <a:r>
              <a:rPr lang="en-US" sz="2000" i="1" dirty="0">
                <a:latin typeface="Times New Roman" charset="0"/>
              </a:rPr>
              <a:t>false</a:t>
            </a:r>
            <a:r>
              <a:rPr lang="en-US" sz="2000" dirty="0">
                <a:latin typeface="Times New Roman" charset="0"/>
              </a:rPr>
              <a:t>;</a:t>
            </a:r>
          </a:p>
          <a:p>
            <a:pPr eaLnBrk="1" fontAlgn="auto" hangingPunct="1">
              <a:lnSpc>
                <a:spcPct val="80000"/>
              </a:lnSpc>
              <a:spcBef>
                <a:spcPts val="0"/>
              </a:spcBef>
              <a:spcAft>
                <a:spcPts val="600"/>
              </a:spcAft>
              <a:buFont typeface="Arial" panose="020B0604020202020204" pitchFamily="34" charset="0"/>
              <a:buNone/>
              <a:defRPr/>
            </a:pPr>
            <a:endParaRPr lang="en-US" sz="1600" dirty="0">
              <a:latin typeface="Times New Roman" charset="0"/>
            </a:endParaRPr>
          </a:p>
          <a:p>
            <a:pPr eaLnBrk="1" fontAlgn="auto" hangingPunct="1">
              <a:lnSpc>
                <a:spcPct val="80000"/>
              </a:lnSpc>
              <a:spcBef>
                <a:spcPts val="0"/>
              </a:spcBef>
              <a:spcAft>
                <a:spcPts val="600"/>
              </a:spcAft>
              <a:defRPr/>
            </a:pPr>
            <a:r>
              <a:rPr lang="en-US" sz="2000" dirty="0">
                <a:latin typeface="Times New Roman" charset="0"/>
              </a:rPr>
              <a:t>Solves the critical-section problem for two processes. </a:t>
            </a:r>
          </a:p>
          <a:p>
            <a:pPr lvl="1" eaLnBrk="1" fontAlgn="auto" hangingPunct="1">
              <a:lnSpc>
                <a:spcPct val="80000"/>
              </a:lnSpc>
              <a:spcBef>
                <a:spcPts val="0"/>
              </a:spcBef>
              <a:spcAft>
                <a:spcPts val="600"/>
              </a:spcAft>
              <a:defRPr/>
            </a:pPr>
            <a:r>
              <a:rPr lang="en-US" dirty="0">
                <a:latin typeface="Times New Roman" charset="0"/>
              </a:rPr>
              <a:t>It meets all the three requirements </a:t>
            </a:r>
          </a:p>
          <a:p>
            <a:pPr eaLnBrk="1" fontAlgn="auto" hangingPunct="1">
              <a:lnSpc>
                <a:spcPct val="80000"/>
              </a:lnSpc>
              <a:spcBef>
                <a:spcPts val="0"/>
              </a:spcBef>
              <a:spcAft>
                <a:spcPts val="600"/>
              </a:spcAft>
              <a:defRPr/>
            </a:pPr>
            <a:r>
              <a:rPr lang="en-US" sz="2000" dirty="0">
                <a:latin typeface="Times New Roman" charset="0"/>
              </a:rPr>
              <a:t>Proof: need to show that:</a:t>
            </a:r>
          </a:p>
          <a:p>
            <a:pPr lvl="1" eaLnBrk="1" fontAlgn="auto" hangingPunct="1">
              <a:lnSpc>
                <a:spcPct val="80000"/>
              </a:lnSpc>
              <a:spcBef>
                <a:spcPts val="0"/>
              </a:spcBef>
              <a:spcAft>
                <a:spcPts val="600"/>
              </a:spcAft>
              <a:defRPr/>
            </a:pPr>
            <a:r>
              <a:rPr lang="en-US" sz="2000" dirty="0">
                <a:latin typeface="Times New Roman" charset="0"/>
              </a:rPr>
              <a:t>Mutual exclusion is preserved.</a:t>
            </a:r>
          </a:p>
          <a:p>
            <a:pPr lvl="1" eaLnBrk="1" fontAlgn="auto" hangingPunct="1">
              <a:lnSpc>
                <a:spcPct val="80000"/>
              </a:lnSpc>
              <a:spcBef>
                <a:spcPts val="0"/>
              </a:spcBef>
              <a:spcAft>
                <a:spcPts val="600"/>
              </a:spcAft>
              <a:defRPr/>
            </a:pPr>
            <a:r>
              <a:rPr lang="en-US" sz="2000" dirty="0">
                <a:latin typeface="Times New Roman" charset="0"/>
              </a:rPr>
              <a:t>The progress requirement is satisfied.</a:t>
            </a:r>
          </a:p>
          <a:p>
            <a:pPr lvl="1" eaLnBrk="1" fontAlgn="auto" hangingPunct="1">
              <a:lnSpc>
                <a:spcPct val="80000"/>
              </a:lnSpc>
              <a:spcBef>
                <a:spcPts val="0"/>
              </a:spcBef>
              <a:spcAft>
                <a:spcPts val="600"/>
              </a:spcAft>
              <a:defRPr/>
            </a:pPr>
            <a:r>
              <a:rPr lang="en-US" sz="2000" dirty="0">
                <a:latin typeface="Times New Roman" charset="0"/>
              </a:rPr>
              <a:t>The bounded waiting time requirement is met.</a:t>
            </a:r>
          </a:p>
          <a:p>
            <a:pPr eaLnBrk="1" fontAlgn="auto" hangingPunct="1">
              <a:lnSpc>
                <a:spcPct val="80000"/>
              </a:lnSpc>
              <a:spcBef>
                <a:spcPts val="0"/>
              </a:spcBef>
              <a:spcAft>
                <a:spcPts val="600"/>
              </a:spcAft>
              <a:defRPr/>
            </a:pPr>
            <a:r>
              <a:rPr lang="en-US" sz="2000" dirty="0">
                <a:latin typeface="Times New Roman" charset="0"/>
              </a:rPr>
              <a:t>For detailed proof, read the textbook.</a:t>
            </a:r>
          </a:p>
        </p:txBody>
      </p:sp>
      <p:sp>
        <p:nvSpPr>
          <p:cNvPr id="49156" name="Slide Number Placeholder 5">
            <a:extLst>
              <a:ext uri="{FF2B5EF4-FFF2-40B4-BE49-F238E27FC236}">
                <a16:creationId xmlns:a16="http://schemas.microsoft.com/office/drawing/2014/main" id="{3222CF54-8A09-4EA3-8332-04749F9D0A43}"/>
              </a:ext>
            </a:extLst>
          </p:cNvPr>
          <p:cNvSpPr>
            <a:spLocks noGrp="1"/>
          </p:cNvSpPr>
          <p:nvPr>
            <p:ph type="sldNum" sz="quarter" idx="12"/>
          </p:nvPr>
        </p:nvSpPr>
        <p:spPr bwMode="auto">
          <a:xfrm>
            <a:off x="9525000" y="62484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eaLnBrk="1" hangingPunct="1">
              <a:lnSpc>
                <a:spcPct val="100000"/>
              </a:lnSpc>
              <a:spcBef>
                <a:spcPct val="0"/>
              </a:spcBef>
              <a:buFontTx/>
              <a:buNone/>
            </a:pPr>
            <a:fld id="{EC958223-E2B7-43CD-83A0-E00854916B8F}" type="slidenum">
              <a:rPr lang="en-AU" altLang="en-US" sz="1400">
                <a:latin typeface="Times New Roman" panose="02020603050405020304" pitchFamily="18" charset="0"/>
              </a:rPr>
              <a:pPr eaLnBrk="1" hangingPunct="1">
                <a:lnSpc>
                  <a:spcPct val="100000"/>
                </a:lnSpc>
                <a:spcBef>
                  <a:spcPct val="0"/>
                </a:spcBef>
                <a:buFontTx/>
                <a:buNone/>
              </a:pPr>
              <a:t>14</a:t>
            </a:fld>
            <a:endParaRPr lang="en-AU" altLang="en-US" sz="140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74A0D41A-4CAD-4464-B509-3757F88577E9}"/>
              </a:ext>
            </a:extLst>
          </p:cNvPr>
          <p:cNvSpPr>
            <a:spLocks noGrp="1" noChangeArrowheads="1"/>
          </p:cNvSpPr>
          <p:nvPr>
            <p:ph type="title"/>
          </p:nvPr>
        </p:nvSpPr>
        <p:spPr>
          <a:xfrm>
            <a:off x="1000003" y="836027"/>
            <a:ext cx="8610600" cy="519112"/>
          </a:xfrm>
        </p:spPr>
        <p:txBody>
          <a:bodyPr rtlCol="0">
            <a:normAutofit fontScale="90000"/>
          </a:bodyPr>
          <a:lstStyle/>
          <a:p>
            <a:pPr eaLnBrk="1" fontAlgn="auto" hangingPunct="1">
              <a:spcAft>
                <a:spcPts val="0"/>
              </a:spcAft>
              <a:defRPr/>
            </a:pPr>
            <a:r>
              <a:rPr lang="en-US" dirty="0"/>
              <a:t>Bakery Algorithm</a:t>
            </a:r>
          </a:p>
        </p:txBody>
      </p:sp>
      <p:sp>
        <p:nvSpPr>
          <p:cNvPr id="32772" name="Rectangle 3">
            <a:extLst>
              <a:ext uri="{FF2B5EF4-FFF2-40B4-BE49-F238E27FC236}">
                <a16:creationId xmlns:a16="http://schemas.microsoft.com/office/drawing/2014/main" id="{4CC27370-BE49-4173-B779-33860F3FD543}"/>
              </a:ext>
            </a:extLst>
          </p:cNvPr>
          <p:cNvSpPr>
            <a:spLocks noGrp="1" noChangeArrowheads="1"/>
          </p:cNvSpPr>
          <p:nvPr>
            <p:ph idx="1"/>
          </p:nvPr>
        </p:nvSpPr>
        <p:spPr>
          <a:xfrm>
            <a:off x="1000003" y="1962028"/>
            <a:ext cx="8755062" cy="5105400"/>
          </a:xfrm>
        </p:spPr>
        <p:txBody>
          <a:bodyPr rtlCol="0">
            <a:normAutofit/>
          </a:bodyPr>
          <a:lstStyle/>
          <a:p>
            <a:pPr eaLnBrk="1" fontAlgn="auto" hangingPunct="1">
              <a:spcBef>
                <a:spcPts val="600"/>
              </a:spcBef>
              <a:spcAft>
                <a:spcPts val="600"/>
              </a:spcAft>
              <a:defRPr/>
            </a:pPr>
            <a:r>
              <a:rPr lang="en-US" sz="2000" dirty="0">
                <a:latin typeface="Times New Roman" panose="02020603050405020304" pitchFamily="18" charset="0"/>
              </a:rPr>
              <a:t>The solution to the critical section problem for </a:t>
            </a:r>
            <a:r>
              <a:rPr lang="en-US" sz="2000" i="1" dirty="0">
                <a:latin typeface="Times New Roman" panose="02020603050405020304" pitchFamily="18" charset="0"/>
              </a:rPr>
              <a:t>n</a:t>
            </a:r>
            <a:r>
              <a:rPr lang="en-US" sz="2000" dirty="0">
                <a:latin typeface="Times New Roman" panose="02020603050405020304" pitchFamily="18" charset="0"/>
              </a:rPr>
              <a:t> processes by Leslie </a:t>
            </a:r>
            <a:r>
              <a:rPr lang="en-US" sz="2000" dirty="0" err="1">
                <a:latin typeface="Times New Roman" panose="02020603050405020304" pitchFamily="18" charset="0"/>
              </a:rPr>
              <a:t>Lamport</a:t>
            </a:r>
            <a:endParaRPr lang="en-US" sz="2000" dirty="0">
              <a:latin typeface="Times New Roman" panose="02020603050405020304" pitchFamily="18" charset="0"/>
            </a:endParaRPr>
          </a:p>
          <a:p>
            <a:pPr algn="just" eaLnBrk="1" fontAlgn="auto" hangingPunct="1">
              <a:spcBef>
                <a:spcPts val="600"/>
              </a:spcBef>
              <a:spcAft>
                <a:spcPts val="600"/>
              </a:spcAft>
              <a:defRPr/>
            </a:pPr>
            <a:r>
              <a:rPr lang="en-US" sz="2000" dirty="0">
                <a:latin typeface="Times New Roman" panose="02020603050405020304" pitchFamily="18" charset="0"/>
              </a:rPr>
              <a:t>Before entering its critical section, each process receives a number.  </a:t>
            </a:r>
          </a:p>
          <a:p>
            <a:pPr lvl="1" algn="just" eaLnBrk="1" fontAlgn="auto" hangingPunct="1">
              <a:spcBef>
                <a:spcPts val="600"/>
              </a:spcBef>
              <a:spcAft>
                <a:spcPts val="600"/>
              </a:spcAft>
              <a:defRPr/>
            </a:pPr>
            <a:r>
              <a:rPr lang="en-US" dirty="0">
                <a:latin typeface="Times New Roman" panose="02020603050405020304" pitchFamily="18" charset="0"/>
              </a:rPr>
              <a:t>The holder of the smallest number enters the critical section.</a:t>
            </a:r>
            <a:endParaRPr lang="en-AU" b="1" u="sng" dirty="0">
              <a:latin typeface="Times New Roman" panose="02020603050405020304" pitchFamily="18" charset="0"/>
            </a:endParaRPr>
          </a:p>
          <a:p>
            <a:pPr lvl="1" eaLnBrk="1" fontAlgn="auto" hangingPunct="1">
              <a:spcAft>
                <a:spcPts val="0"/>
              </a:spcAft>
              <a:defRPr/>
            </a:pPr>
            <a:r>
              <a:rPr lang="en-US" dirty="0">
                <a:latin typeface="Times New Roman" panose="02020603050405020304" pitchFamily="18" charset="0"/>
              </a:rPr>
              <a:t>If processes P</a:t>
            </a:r>
            <a:r>
              <a:rPr lang="en-US" i="1" baseline="-25000" dirty="0">
                <a:latin typeface="Times New Roman" panose="02020603050405020304" pitchFamily="18" charset="0"/>
              </a:rPr>
              <a:t>i</a:t>
            </a:r>
            <a:r>
              <a:rPr lang="en-US" dirty="0">
                <a:latin typeface="Times New Roman" panose="02020603050405020304" pitchFamily="18" charset="0"/>
              </a:rPr>
              <a:t> and </a:t>
            </a:r>
            <a:r>
              <a:rPr lang="en-US" dirty="0" err="1">
                <a:latin typeface="Times New Roman" panose="02020603050405020304" pitchFamily="18" charset="0"/>
              </a:rPr>
              <a:t>P</a:t>
            </a:r>
            <a:r>
              <a:rPr lang="en-US" i="1" baseline="-25000" dirty="0" err="1">
                <a:latin typeface="Times New Roman" panose="02020603050405020304" pitchFamily="18" charset="0"/>
              </a:rPr>
              <a:t>j</a:t>
            </a:r>
            <a:r>
              <a:rPr lang="en-US" dirty="0">
                <a:latin typeface="Times New Roman" panose="02020603050405020304" pitchFamily="18" charset="0"/>
              </a:rPr>
              <a:t> receive the same number, if </a:t>
            </a:r>
            <a:r>
              <a:rPr lang="en-US" i="1" dirty="0">
                <a:latin typeface="Times New Roman" panose="02020603050405020304" pitchFamily="18" charset="0"/>
              </a:rPr>
              <a:t> </a:t>
            </a:r>
            <a:r>
              <a:rPr lang="en-US" i="1" dirty="0" err="1">
                <a:latin typeface="Times New Roman" panose="02020603050405020304" pitchFamily="18" charset="0"/>
              </a:rPr>
              <a:t>i</a:t>
            </a:r>
            <a:r>
              <a:rPr lang="en-US" i="1" dirty="0">
                <a:latin typeface="Times New Roman" panose="02020603050405020304" pitchFamily="18" charset="0"/>
              </a:rPr>
              <a:t> </a:t>
            </a:r>
            <a:r>
              <a:rPr lang="en-US" dirty="0">
                <a:latin typeface="Times New Roman" panose="02020603050405020304" pitchFamily="18" charset="0"/>
              </a:rPr>
              <a:t>&lt;</a:t>
            </a:r>
            <a:r>
              <a:rPr lang="en-US" i="1" dirty="0">
                <a:latin typeface="Times New Roman" panose="02020603050405020304" pitchFamily="18" charset="0"/>
              </a:rPr>
              <a:t> j</a:t>
            </a:r>
            <a:r>
              <a:rPr lang="en-US" dirty="0">
                <a:latin typeface="Times New Roman" panose="02020603050405020304" pitchFamily="18" charset="0"/>
              </a:rPr>
              <a:t>, then P</a:t>
            </a:r>
            <a:r>
              <a:rPr lang="en-US" i="1" baseline="-25000" dirty="0">
                <a:latin typeface="Times New Roman" panose="02020603050405020304" pitchFamily="18" charset="0"/>
              </a:rPr>
              <a:t>i</a:t>
            </a:r>
            <a:r>
              <a:rPr lang="en-US" dirty="0">
                <a:latin typeface="Times New Roman" panose="02020603050405020304" pitchFamily="18" charset="0"/>
              </a:rPr>
              <a:t> is served first; else </a:t>
            </a:r>
            <a:r>
              <a:rPr lang="en-US" dirty="0" err="1">
                <a:latin typeface="Times New Roman" panose="02020603050405020304" pitchFamily="18" charset="0"/>
              </a:rPr>
              <a:t>P</a:t>
            </a:r>
            <a:r>
              <a:rPr lang="en-US" i="1" baseline="-25000" dirty="0" err="1">
                <a:latin typeface="Times New Roman" panose="02020603050405020304" pitchFamily="18" charset="0"/>
              </a:rPr>
              <a:t>j</a:t>
            </a:r>
            <a:r>
              <a:rPr lang="en-US" dirty="0">
                <a:latin typeface="Times New Roman" panose="02020603050405020304" pitchFamily="18" charset="0"/>
              </a:rPr>
              <a:t> is served first.</a:t>
            </a:r>
            <a:endParaRPr lang="en-AU" b="1" u="sng" dirty="0">
              <a:latin typeface="Times New Roman" panose="02020603050405020304" pitchFamily="18" charset="0"/>
            </a:endParaRPr>
          </a:p>
          <a:p>
            <a:pPr eaLnBrk="1" fontAlgn="auto" hangingPunct="1">
              <a:spcAft>
                <a:spcPts val="0"/>
              </a:spcAft>
              <a:defRPr/>
            </a:pPr>
            <a:r>
              <a:rPr lang="en-US" sz="2000" dirty="0">
                <a:latin typeface="Times New Roman" panose="02020603050405020304" pitchFamily="18" charset="0"/>
              </a:rPr>
              <a:t>Notation (</a:t>
            </a:r>
            <a:r>
              <a:rPr lang="en-US" sz="2000" b="1" dirty="0">
                <a:latin typeface="Times New Roman" panose="02020603050405020304" pitchFamily="18" charset="0"/>
              </a:rPr>
              <a:t>ticket#</a:t>
            </a:r>
            <a:r>
              <a:rPr lang="en-US" sz="2000" dirty="0">
                <a:latin typeface="Times New Roman" panose="02020603050405020304" pitchFamily="18" charset="0"/>
              </a:rPr>
              <a:t>, process </a:t>
            </a:r>
            <a:r>
              <a:rPr lang="en-US" sz="2000" b="1" dirty="0">
                <a:latin typeface="Times New Roman" panose="02020603050405020304" pitchFamily="18" charset="0"/>
              </a:rPr>
              <a:t>id#</a:t>
            </a:r>
            <a:r>
              <a:rPr lang="en-US" sz="2000" dirty="0">
                <a:latin typeface="Times New Roman" panose="02020603050405020304" pitchFamily="18" charset="0"/>
              </a:rPr>
              <a:t>)</a:t>
            </a:r>
            <a:endParaRPr lang="en-AU" sz="2000" b="1" u="sng" dirty="0">
              <a:latin typeface="Times New Roman" panose="02020603050405020304" pitchFamily="18" charset="0"/>
            </a:endParaRPr>
          </a:p>
          <a:p>
            <a:pPr lvl="1" algn="just" eaLnBrk="1" fontAlgn="auto" hangingPunct="1">
              <a:spcBef>
                <a:spcPts val="600"/>
              </a:spcBef>
              <a:spcAft>
                <a:spcPts val="600"/>
              </a:spcAft>
              <a:defRPr/>
            </a:pPr>
            <a:r>
              <a:rPr lang="en-AU" sz="2000" dirty="0">
                <a:latin typeface="Times New Roman" panose="02020603050405020304" pitchFamily="18" charset="0"/>
              </a:rPr>
              <a:t>(</a:t>
            </a:r>
            <a:r>
              <a:rPr lang="en-AU" sz="2000" i="1" dirty="0">
                <a:latin typeface="Times New Roman" panose="02020603050405020304" pitchFamily="18" charset="0"/>
              </a:rPr>
              <a:t>a</a:t>
            </a:r>
            <a:r>
              <a:rPr lang="en-AU" sz="2000" dirty="0">
                <a:latin typeface="Times New Roman" panose="02020603050405020304" pitchFamily="18" charset="0"/>
              </a:rPr>
              <a:t>, </a:t>
            </a:r>
            <a:r>
              <a:rPr lang="en-AU" sz="2000" i="1" dirty="0">
                <a:latin typeface="Times New Roman" panose="02020603050405020304" pitchFamily="18" charset="0"/>
              </a:rPr>
              <a:t>b</a:t>
            </a:r>
            <a:r>
              <a:rPr lang="en-AU" sz="2000" dirty="0">
                <a:latin typeface="Times New Roman" panose="02020603050405020304" pitchFamily="18" charset="0"/>
              </a:rPr>
              <a:t>) &lt; (</a:t>
            </a:r>
            <a:r>
              <a:rPr lang="en-AU" sz="2000" i="1" dirty="0">
                <a:latin typeface="Times New Roman" panose="02020603050405020304" pitchFamily="18" charset="0"/>
              </a:rPr>
              <a:t>c</a:t>
            </a:r>
            <a:r>
              <a:rPr lang="en-AU" sz="2000" dirty="0">
                <a:latin typeface="Times New Roman" panose="02020603050405020304" pitchFamily="18" charset="0"/>
              </a:rPr>
              <a:t>, </a:t>
            </a:r>
            <a:r>
              <a:rPr lang="en-AU" sz="2000" i="1" dirty="0">
                <a:latin typeface="Times New Roman" panose="02020603050405020304" pitchFamily="18" charset="0"/>
              </a:rPr>
              <a:t>d</a:t>
            </a:r>
            <a:r>
              <a:rPr lang="en-AU" sz="2000" dirty="0">
                <a:latin typeface="Times New Roman" panose="02020603050405020304" pitchFamily="18" charset="0"/>
              </a:rPr>
              <a:t>) if </a:t>
            </a:r>
            <a:r>
              <a:rPr lang="en-AU" sz="2000" i="1" dirty="0">
                <a:latin typeface="Times New Roman" panose="02020603050405020304" pitchFamily="18" charset="0"/>
              </a:rPr>
              <a:t>a</a:t>
            </a:r>
            <a:r>
              <a:rPr lang="en-AU" sz="2000" dirty="0">
                <a:latin typeface="Times New Roman" panose="02020603050405020304" pitchFamily="18" charset="0"/>
              </a:rPr>
              <a:t> &lt; </a:t>
            </a:r>
            <a:r>
              <a:rPr lang="en-AU" sz="2000" i="1" dirty="0">
                <a:latin typeface="Times New Roman" panose="02020603050405020304" pitchFamily="18" charset="0"/>
              </a:rPr>
              <a:t>c</a:t>
            </a:r>
            <a:r>
              <a:rPr lang="en-AU" sz="2000" dirty="0">
                <a:latin typeface="Times New Roman" panose="02020603050405020304" pitchFamily="18" charset="0"/>
              </a:rPr>
              <a:t> or if </a:t>
            </a:r>
            <a:r>
              <a:rPr lang="en-AU" sz="2000" i="1" dirty="0">
                <a:latin typeface="Times New Roman" panose="02020603050405020304" pitchFamily="18" charset="0"/>
              </a:rPr>
              <a:t>a</a:t>
            </a:r>
            <a:r>
              <a:rPr lang="en-AU" sz="2000" dirty="0">
                <a:latin typeface="Times New Roman" panose="02020603050405020304" pitchFamily="18" charset="0"/>
              </a:rPr>
              <a:t> = </a:t>
            </a:r>
            <a:r>
              <a:rPr lang="en-AU" sz="2000" i="1" dirty="0">
                <a:latin typeface="Times New Roman" panose="02020603050405020304" pitchFamily="18" charset="0"/>
              </a:rPr>
              <a:t>c</a:t>
            </a:r>
            <a:r>
              <a:rPr lang="en-AU" sz="2000" dirty="0">
                <a:latin typeface="Times New Roman" panose="02020603050405020304" pitchFamily="18" charset="0"/>
              </a:rPr>
              <a:t> and </a:t>
            </a:r>
            <a:r>
              <a:rPr lang="en-AU" sz="2000" i="1" dirty="0">
                <a:latin typeface="Times New Roman" panose="02020603050405020304" pitchFamily="18" charset="0"/>
              </a:rPr>
              <a:t>b</a:t>
            </a:r>
            <a:r>
              <a:rPr lang="en-AU" sz="2000" dirty="0">
                <a:latin typeface="Times New Roman" panose="02020603050405020304" pitchFamily="18" charset="0"/>
              </a:rPr>
              <a:t> &lt; </a:t>
            </a:r>
            <a:r>
              <a:rPr lang="en-AU" sz="2000" i="1" dirty="0">
                <a:latin typeface="Times New Roman" panose="02020603050405020304" pitchFamily="18" charset="0"/>
              </a:rPr>
              <a:t>d.</a:t>
            </a:r>
            <a:endParaRPr lang="en-AU" sz="2000" b="1" u="sng" dirty="0">
              <a:latin typeface="Times New Roman" panose="02020603050405020304" pitchFamily="18" charset="0"/>
            </a:endParaRPr>
          </a:p>
          <a:p>
            <a:pPr lvl="1" eaLnBrk="1" fontAlgn="auto" hangingPunct="1">
              <a:spcAft>
                <a:spcPts val="0"/>
              </a:spcAft>
              <a:defRPr/>
            </a:pPr>
            <a:r>
              <a:rPr lang="en-AU" sz="2000" i="1" dirty="0">
                <a:latin typeface="Times New Roman" panose="02020603050405020304" pitchFamily="18" charset="0"/>
              </a:rPr>
              <a:t>max</a:t>
            </a:r>
            <a:r>
              <a:rPr lang="en-AU" sz="2000" dirty="0">
                <a:latin typeface="Times New Roman" panose="02020603050405020304" pitchFamily="18" charset="0"/>
              </a:rPr>
              <a:t> (</a:t>
            </a:r>
            <a:r>
              <a:rPr lang="en-AU" sz="2000" i="1" dirty="0">
                <a:latin typeface="Times New Roman" panose="02020603050405020304" pitchFamily="18" charset="0"/>
              </a:rPr>
              <a:t>a</a:t>
            </a:r>
            <a:r>
              <a:rPr lang="en-AU" sz="2000" i="1" baseline="-25000" dirty="0">
                <a:latin typeface="Times New Roman" panose="02020603050405020304" pitchFamily="18" charset="0"/>
              </a:rPr>
              <a:t>0</a:t>
            </a:r>
            <a:r>
              <a:rPr lang="en-AU" sz="2000" dirty="0">
                <a:latin typeface="Times New Roman" panose="02020603050405020304" pitchFamily="18" charset="0"/>
              </a:rPr>
              <a:t>, …, </a:t>
            </a:r>
            <a:r>
              <a:rPr lang="en-AU" sz="2000" i="1" dirty="0">
                <a:latin typeface="Times New Roman" panose="02020603050405020304" pitchFamily="18" charset="0"/>
              </a:rPr>
              <a:t>a</a:t>
            </a:r>
            <a:r>
              <a:rPr lang="en-AU" sz="2000" i="1" baseline="-25000" dirty="0">
                <a:latin typeface="Times New Roman" panose="02020603050405020304" pitchFamily="18" charset="0"/>
              </a:rPr>
              <a:t>n</a:t>
            </a:r>
            <a:r>
              <a:rPr lang="en-AU" sz="2000" baseline="-25000" dirty="0">
                <a:latin typeface="Times New Roman" panose="02020603050405020304" pitchFamily="18" charset="0"/>
              </a:rPr>
              <a:t>-1</a:t>
            </a:r>
            <a:r>
              <a:rPr lang="en-AU" sz="2000" dirty="0">
                <a:latin typeface="Times New Roman" panose="02020603050405020304" pitchFamily="18" charset="0"/>
              </a:rPr>
              <a:t>) is a number </a:t>
            </a:r>
            <a:r>
              <a:rPr lang="en-AU" sz="2000" i="1" dirty="0">
                <a:latin typeface="Times New Roman" panose="02020603050405020304" pitchFamily="18" charset="0"/>
              </a:rPr>
              <a:t>k</a:t>
            </a:r>
            <a:r>
              <a:rPr lang="en-AU" sz="2000" dirty="0">
                <a:latin typeface="Times New Roman" panose="02020603050405020304" pitchFamily="18" charset="0"/>
              </a:rPr>
              <a:t> such that </a:t>
            </a:r>
            <a:r>
              <a:rPr lang="en-AU" sz="2000" i="1" dirty="0">
                <a:latin typeface="Times New Roman" panose="02020603050405020304" pitchFamily="18" charset="0"/>
              </a:rPr>
              <a:t>k</a:t>
            </a:r>
            <a:r>
              <a:rPr lang="en-AU" sz="2000" dirty="0">
                <a:latin typeface="Times New Roman" panose="02020603050405020304" pitchFamily="18" charset="0"/>
              </a:rPr>
              <a:t> </a:t>
            </a:r>
            <a:r>
              <a:rPr lang="en-AU" sz="2000" dirty="0">
                <a:latin typeface="Times New Roman" panose="02020603050405020304" pitchFamily="18" charset="0"/>
                <a:sym typeface="Symbol" panose="05050102010706020507" pitchFamily="18" charset="2"/>
              </a:rPr>
              <a:t></a:t>
            </a:r>
            <a:r>
              <a:rPr lang="en-AU" sz="2000" dirty="0">
                <a:latin typeface="Times New Roman" panose="02020603050405020304" pitchFamily="18" charset="0"/>
              </a:rPr>
              <a:t> </a:t>
            </a:r>
            <a:r>
              <a:rPr lang="en-AU" sz="2000" i="1" dirty="0">
                <a:latin typeface="Times New Roman" panose="02020603050405020304" pitchFamily="18" charset="0"/>
              </a:rPr>
              <a:t>a</a:t>
            </a:r>
            <a:r>
              <a:rPr lang="en-AU" sz="2000" i="1" baseline="-25000" dirty="0">
                <a:latin typeface="Times New Roman" panose="02020603050405020304" pitchFamily="18" charset="0"/>
              </a:rPr>
              <a:t>i</a:t>
            </a:r>
            <a:r>
              <a:rPr lang="en-AU" sz="2000" dirty="0">
                <a:latin typeface="Times New Roman" panose="02020603050405020304" pitchFamily="18" charset="0"/>
              </a:rPr>
              <a:t> for </a:t>
            </a:r>
            <a:r>
              <a:rPr lang="en-AU" sz="2000" i="1" dirty="0" err="1">
                <a:latin typeface="Times New Roman" panose="02020603050405020304" pitchFamily="18" charset="0"/>
              </a:rPr>
              <a:t>i</a:t>
            </a:r>
            <a:r>
              <a:rPr lang="en-AU" sz="2000" dirty="0">
                <a:latin typeface="Times New Roman" panose="02020603050405020304" pitchFamily="18" charset="0"/>
              </a:rPr>
              <a:t> = 0, …, </a:t>
            </a:r>
            <a:r>
              <a:rPr lang="en-AU" sz="2000" i="1" dirty="0">
                <a:latin typeface="Times New Roman" panose="02020603050405020304" pitchFamily="18" charset="0"/>
              </a:rPr>
              <a:t>n</a:t>
            </a:r>
            <a:r>
              <a:rPr lang="en-AU" sz="2000" dirty="0">
                <a:latin typeface="Times New Roman" panose="02020603050405020304" pitchFamily="18" charset="0"/>
              </a:rPr>
              <a:t>-1.</a:t>
            </a:r>
            <a:endParaRPr lang="en-AU" sz="2000" b="1" u="sng" dirty="0">
              <a:latin typeface="Times New Roman" panose="02020603050405020304" pitchFamily="18" charset="0"/>
            </a:endParaRPr>
          </a:p>
          <a:p>
            <a:pPr algn="just" eaLnBrk="1" fontAlgn="auto" hangingPunct="1">
              <a:spcBef>
                <a:spcPts val="600"/>
              </a:spcBef>
              <a:spcAft>
                <a:spcPts val="600"/>
              </a:spcAft>
              <a:defRPr/>
            </a:pPr>
            <a:r>
              <a:rPr lang="en-AU" sz="2000" dirty="0">
                <a:latin typeface="Times New Roman" panose="02020603050405020304" pitchFamily="18" charset="0"/>
              </a:rPr>
              <a:t>shared data</a:t>
            </a:r>
          </a:p>
          <a:p>
            <a:pPr lvl="1" algn="just" eaLnBrk="1" fontAlgn="auto" hangingPunct="1">
              <a:spcBef>
                <a:spcPts val="600"/>
              </a:spcBef>
              <a:spcAft>
                <a:spcPts val="600"/>
              </a:spcAft>
              <a:defRPr/>
            </a:pPr>
            <a:r>
              <a:rPr lang="en-AU" sz="2000" b="1" dirty="0">
                <a:latin typeface="Times New Roman" panose="02020603050405020304" pitchFamily="18" charset="0"/>
              </a:rPr>
              <a:t>var</a:t>
            </a:r>
            <a:r>
              <a:rPr lang="en-AU" sz="2000" dirty="0">
                <a:latin typeface="Times New Roman" panose="02020603050405020304" pitchFamily="18" charset="0"/>
              </a:rPr>
              <a:t> </a:t>
            </a:r>
            <a:r>
              <a:rPr lang="en-AU" sz="2000" i="1" dirty="0">
                <a:latin typeface="Times New Roman" panose="02020603050405020304" pitchFamily="18" charset="0"/>
              </a:rPr>
              <a:t>choosing</a:t>
            </a:r>
            <a:r>
              <a:rPr lang="en-AU" sz="2000" dirty="0">
                <a:latin typeface="Times New Roman" panose="02020603050405020304" pitchFamily="18" charset="0"/>
              </a:rPr>
              <a:t>: </a:t>
            </a:r>
            <a:r>
              <a:rPr lang="en-AU" sz="2000" b="1" dirty="0">
                <a:latin typeface="Times New Roman" panose="02020603050405020304" pitchFamily="18" charset="0"/>
              </a:rPr>
              <a:t>array</a:t>
            </a:r>
            <a:r>
              <a:rPr lang="en-AU" sz="2000" dirty="0">
                <a:latin typeface="Times New Roman" panose="02020603050405020304" pitchFamily="18" charset="0"/>
              </a:rPr>
              <a:t>[0..</a:t>
            </a:r>
            <a:r>
              <a:rPr lang="en-AU" sz="2000" i="1" dirty="0">
                <a:latin typeface="Times New Roman" panose="02020603050405020304" pitchFamily="18" charset="0"/>
              </a:rPr>
              <a:t>n</a:t>
            </a:r>
            <a:r>
              <a:rPr lang="en-AU" sz="2000" dirty="0">
                <a:latin typeface="Times New Roman" panose="02020603050405020304" pitchFamily="18" charset="0"/>
              </a:rPr>
              <a:t>-1] of </a:t>
            </a:r>
            <a:r>
              <a:rPr lang="en-AU" sz="2000" i="1" dirty="0" err="1">
                <a:latin typeface="Times New Roman" panose="02020603050405020304" pitchFamily="18" charset="0"/>
              </a:rPr>
              <a:t>boolean</a:t>
            </a:r>
            <a:r>
              <a:rPr lang="en-AU" sz="2000" dirty="0">
                <a:latin typeface="Times New Roman" panose="02020603050405020304" pitchFamily="18" charset="0"/>
              </a:rPr>
              <a:t>;</a:t>
            </a:r>
          </a:p>
          <a:p>
            <a:pPr lvl="1" algn="just" eaLnBrk="1" fontAlgn="auto" hangingPunct="1">
              <a:spcBef>
                <a:spcPts val="600"/>
              </a:spcBef>
              <a:spcAft>
                <a:spcPts val="600"/>
              </a:spcAft>
              <a:defRPr/>
            </a:pPr>
            <a:r>
              <a:rPr lang="en-AU" sz="2000" i="1" dirty="0">
                <a:latin typeface="Times New Roman" panose="02020603050405020304" pitchFamily="18" charset="0"/>
              </a:rPr>
              <a:t>number</a:t>
            </a:r>
            <a:r>
              <a:rPr lang="en-AU" sz="2000" dirty="0">
                <a:latin typeface="Times New Roman" panose="02020603050405020304" pitchFamily="18" charset="0"/>
              </a:rPr>
              <a:t>: </a:t>
            </a:r>
            <a:r>
              <a:rPr lang="en-AU" sz="2000" b="1" dirty="0">
                <a:latin typeface="Times New Roman" panose="02020603050405020304" pitchFamily="18" charset="0"/>
              </a:rPr>
              <a:t>array</a:t>
            </a:r>
            <a:r>
              <a:rPr lang="en-AU" sz="2000" dirty="0">
                <a:latin typeface="Times New Roman" panose="02020603050405020304" pitchFamily="18" charset="0"/>
              </a:rPr>
              <a:t> [0 .. </a:t>
            </a:r>
            <a:r>
              <a:rPr lang="en-AU" sz="2000" i="1" dirty="0">
                <a:latin typeface="Times New Roman" panose="02020603050405020304" pitchFamily="18" charset="0"/>
              </a:rPr>
              <a:t>n</a:t>
            </a:r>
            <a:r>
              <a:rPr lang="en-AU" sz="2000" dirty="0">
                <a:latin typeface="Times New Roman" panose="02020603050405020304" pitchFamily="18" charset="0"/>
              </a:rPr>
              <a:t>-1] of </a:t>
            </a:r>
            <a:r>
              <a:rPr lang="en-AU" sz="2000" i="1" dirty="0">
                <a:latin typeface="Times New Roman" panose="02020603050405020304" pitchFamily="18" charset="0"/>
              </a:rPr>
              <a:t>integer</a:t>
            </a:r>
            <a:r>
              <a:rPr lang="en-AU" sz="2000" dirty="0">
                <a:latin typeface="Times New Roman" panose="02020603050405020304" pitchFamily="18" charset="0"/>
              </a:rPr>
              <a:t>;</a:t>
            </a:r>
          </a:p>
          <a:p>
            <a:pPr algn="just" eaLnBrk="1" fontAlgn="auto" hangingPunct="1">
              <a:spcBef>
                <a:spcPts val="600"/>
              </a:spcBef>
              <a:spcAft>
                <a:spcPts val="600"/>
              </a:spcAft>
              <a:defRPr/>
            </a:pPr>
            <a:r>
              <a:rPr lang="en-AU" sz="2000" dirty="0">
                <a:latin typeface="Times New Roman" panose="02020603050405020304" pitchFamily="18" charset="0"/>
              </a:rPr>
              <a:t>data structures are initialised to </a:t>
            </a:r>
            <a:r>
              <a:rPr lang="en-AU" sz="2000" i="1" dirty="0">
                <a:latin typeface="Times New Roman" panose="02020603050405020304" pitchFamily="18" charset="0"/>
              </a:rPr>
              <a:t>false</a:t>
            </a:r>
            <a:r>
              <a:rPr lang="en-AU" sz="2000" dirty="0">
                <a:latin typeface="Times New Roman" panose="02020603050405020304" pitchFamily="18" charset="0"/>
              </a:rPr>
              <a:t> and 0, respectively</a:t>
            </a:r>
          </a:p>
          <a:p>
            <a:pPr eaLnBrk="1" fontAlgn="auto" hangingPunct="1">
              <a:spcAft>
                <a:spcPts val="0"/>
              </a:spcAft>
              <a:defRPr/>
            </a:pPr>
            <a:endParaRPr lang="en-US" sz="2800" dirty="0">
              <a:latin typeface="Times New Roman" panose="02020603050405020304" pitchFamily="18" charset="0"/>
            </a:endParaRPr>
          </a:p>
        </p:txBody>
      </p:sp>
      <p:sp>
        <p:nvSpPr>
          <p:cNvPr id="51204" name="Slide Number Placeholder 5">
            <a:extLst>
              <a:ext uri="{FF2B5EF4-FFF2-40B4-BE49-F238E27FC236}">
                <a16:creationId xmlns:a16="http://schemas.microsoft.com/office/drawing/2014/main" id="{B0EFFB3D-C204-441A-9A8D-6AF286F033D9}"/>
              </a:ext>
            </a:extLst>
          </p:cNvPr>
          <p:cNvSpPr>
            <a:spLocks noGrp="1"/>
          </p:cNvSpPr>
          <p:nvPr>
            <p:ph type="sldNum" sz="quarter" idx="12"/>
          </p:nvPr>
        </p:nvSpPr>
        <p:spPr bwMode="auto">
          <a:xfrm>
            <a:off x="9525000" y="62484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eaLnBrk="1" hangingPunct="1">
              <a:lnSpc>
                <a:spcPct val="100000"/>
              </a:lnSpc>
              <a:spcBef>
                <a:spcPct val="0"/>
              </a:spcBef>
              <a:buFontTx/>
              <a:buNone/>
            </a:pPr>
            <a:fld id="{217E4011-8624-46FB-AF72-D1B96D884053}" type="slidenum">
              <a:rPr lang="en-AU" altLang="en-US" sz="1400">
                <a:latin typeface="Times New Roman" panose="02020603050405020304" pitchFamily="18" charset="0"/>
              </a:rPr>
              <a:pPr eaLnBrk="1" hangingPunct="1">
                <a:lnSpc>
                  <a:spcPct val="100000"/>
                </a:lnSpc>
                <a:spcBef>
                  <a:spcPct val="0"/>
                </a:spcBef>
                <a:buFontTx/>
                <a:buNone/>
              </a:pPr>
              <a:t>15</a:t>
            </a:fld>
            <a:endParaRPr lang="en-AU" altLang="en-US" sz="140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30C52C1E-326B-4817-A87C-F8EEA7EED571}"/>
              </a:ext>
            </a:extLst>
          </p:cNvPr>
          <p:cNvSpPr>
            <a:spLocks noGrp="1" noChangeArrowheads="1"/>
          </p:cNvSpPr>
          <p:nvPr>
            <p:ph type="title"/>
          </p:nvPr>
        </p:nvSpPr>
        <p:spPr>
          <a:xfrm>
            <a:off x="1828800" y="826294"/>
            <a:ext cx="8610600" cy="519112"/>
          </a:xfrm>
        </p:spPr>
        <p:txBody>
          <a:bodyPr rtlCol="0">
            <a:normAutofit fontScale="90000"/>
          </a:bodyPr>
          <a:lstStyle/>
          <a:p>
            <a:pPr eaLnBrk="1" fontAlgn="auto" hangingPunct="1">
              <a:spcAft>
                <a:spcPts val="0"/>
              </a:spcAft>
              <a:defRPr/>
            </a:pPr>
            <a:r>
              <a:rPr lang="en-US" dirty="0"/>
              <a:t>Bakery Algorithm (contd.)</a:t>
            </a:r>
          </a:p>
        </p:txBody>
      </p:sp>
      <p:sp>
        <p:nvSpPr>
          <p:cNvPr id="34820" name="Rectangle 3">
            <a:extLst>
              <a:ext uri="{FF2B5EF4-FFF2-40B4-BE49-F238E27FC236}">
                <a16:creationId xmlns:a16="http://schemas.microsoft.com/office/drawing/2014/main" id="{9C1D306A-9E06-44BD-9181-37BC3A07CD65}"/>
              </a:ext>
            </a:extLst>
          </p:cNvPr>
          <p:cNvSpPr>
            <a:spLocks noGrp="1" noChangeArrowheads="1"/>
          </p:cNvSpPr>
          <p:nvPr>
            <p:ph idx="1"/>
          </p:nvPr>
        </p:nvSpPr>
        <p:spPr>
          <a:xfrm>
            <a:off x="1371600" y="1437249"/>
            <a:ext cx="8610600" cy="5619750"/>
          </a:xfrm>
        </p:spPr>
        <p:txBody>
          <a:bodyPr rtlCol="0">
            <a:normAutofit fontScale="92500" lnSpcReduction="20000"/>
          </a:bodyPr>
          <a:lstStyle/>
          <a:p>
            <a:pPr algn="just" eaLnBrk="1" fontAlgn="auto" hangingPunct="1">
              <a:spcBef>
                <a:spcPts val="600"/>
              </a:spcBef>
              <a:spcAft>
                <a:spcPts val="600"/>
              </a:spcAft>
              <a:buFont typeface="Arial" panose="020B0604020202020204" pitchFamily="34" charset="0"/>
              <a:buNone/>
              <a:defRPr/>
            </a:pPr>
            <a:r>
              <a:rPr lang="en-AU" b="1" u="sng" dirty="0">
                <a:latin typeface="Times New Roman" panose="02020603050405020304" pitchFamily="18" charset="0"/>
              </a:rPr>
              <a:t>Process </a:t>
            </a:r>
            <a:r>
              <a:rPr lang="en-AU" b="1" i="1" u="sng" dirty="0">
                <a:latin typeface="Times New Roman" panose="02020603050405020304" pitchFamily="18" charset="0"/>
              </a:rPr>
              <a:t>P</a:t>
            </a:r>
            <a:r>
              <a:rPr lang="en-AU" b="1" i="1" u="sng" baseline="-25000" dirty="0">
                <a:latin typeface="Times New Roman" panose="02020603050405020304" pitchFamily="18" charset="0"/>
              </a:rPr>
              <a:t>i</a:t>
            </a:r>
            <a:endParaRPr lang="en-AU" b="1" u="sng" dirty="0">
              <a:latin typeface="Times New Roman" panose="02020603050405020304" pitchFamily="18" charset="0"/>
            </a:endParaRPr>
          </a:p>
          <a:p>
            <a:pPr algn="just" eaLnBrk="1" fontAlgn="auto" hangingPunct="1">
              <a:spcBef>
                <a:spcPts val="600"/>
              </a:spcBef>
              <a:spcAft>
                <a:spcPts val="600"/>
              </a:spcAft>
              <a:buFont typeface="Arial" panose="020B0604020202020204" pitchFamily="34" charset="0"/>
              <a:buNone/>
              <a:defRPr/>
            </a:pPr>
            <a:r>
              <a:rPr lang="en-AU" b="1" dirty="0">
                <a:latin typeface="Times New Roman" panose="02020603050405020304" pitchFamily="18" charset="0"/>
              </a:rPr>
              <a:t>repeat</a:t>
            </a:r>
          </a:p>
          <a:p>
            <a:pPr algn="just" eaLnBrk="1" fontAlgn="auto" hangingPunct="1">
              <a:spcBef>
                <a:spcPts val="600"/>
              </a:spcBef>
              <a:spcAft>
                <a:spcPts val="600"/>
              </a:spcAft>
              <a:buFont typeface="Arial" panose="020B0604020202020204" pitchFamily="34" charset="0"/>
              <a:buNone/>
              <a:defRPr/>
            </a:pPr>
            <a:r>
              <a:rPr lang="en-AU" i="1" dirty="0">
                <a:latin typeface="Times New Roman" panose="02020603050405020304" pitchFamily="18" charset="0"/>
              </a:rPr>
              <a:t>	choosing</a:t>
            </a:r>
            <a:r>
              <a:rPr lang="en-AU" dirty="0">
                <a:latin typeface="Times New Roman" panose="02020603050405020304" pitchFamily="18" charset="0"/>
              </a:rPr>
              <a:t>[</a:t>
            </a:r>
            <a:r>
              <a:rPr lang="en-AU" i="1" dirty="0" err="1">
                <a:latin typeface="Times New Roman" panose="02020603050405020304" pitchFamily="18" charset="0"/>
              </a:rPr>
              <a:t>i</a:t>
            </a:r>
            <a:r>
              <a:rPr lang="en-AU" dirty="0">
                <a:latin typeface="Times New Roman" panose="02020603050405020304" pitchFamily="18" charset="0"/>
              </a:rPr>
              <a:t>] = </a:t>
            </a:r>
            <a:r>
              <a:rPr lang="en-AU" i="1" dirty="0">
                <a:latin typeface="Times New Roman" panose="02020603050405020304" pitchFamily="18" charset="0"/>
              </a:rPr>
              <a:t>true</a:t>
            </a:r>
            <a:r>
              <a:rPr lang="en-AU" dirty="0">
                <a:latin typeface="Times New Roman" panose="02020603050405020304" pitchFamily="18" charset="0"/>
              </a:rPr>
              <a:t>;</a:t>
            </a:r>
          </a:p>
          <a:p>
            <a:pPr algn="just" eaLnBrk="1" fontAlgn="auto" hangingPunct="1">
              <a:spcBef>
                <a:spcPts val="600"/>
              </a:spcBef>
              <a:spcAft>
                <a:spcPts val="600"/>
              </a:spcAft>
              <a:buFont typeface="Arial" panose="020B0604020202020204" pitchFamily="34" charset="0"/>
              <a:buNone/>
              <a:defRPr/>
            </a:pPr>
            <a:r>
              <a:rPr lang="en-AU" i="1" dirty="0">
                <a:latin typeface="Times New Roman" panose="02020603050405020304" pitchFamily="18" charset="0"/>
              </a:rPr>
              <a:t>	number</a:t>
            </a:r>
            <a:r>
              <a:rPr lang="en-AU" dirty="0">
                <a:latin typeface="Times New Roman" panose="02020603050405020304" pitchFamily="18" charset="0"/>
              </a:rPr>
              <a:t>[</a:t>
            </a:r>
            <a:r>
              <a:rPr lang="en-AU" i="1" dirty="0" err="1">
                <a:latin typeface="Times New Roman" panose="02020603050405020304" pitchFamily="18" charset="0"/>
              </a:rPr>
              <a:t>i</a:t>
            </a:r>
            <a:r>
              <a:rPr lang="en-AU" dirty="0">
                <a:latin typeface="Times New Roman" panose="02020603050405020304" pitchFamily="18" charset="0"/>
              </a:rPr>
              <a:t>] = </a:t>
            </a:r>
            <a:r>
              <a:rPr lang="en-AU" i="1" dirty="0">
                <a:latin typeface="Times New Roman" panose="02020603050405020304" pitchFamily="18" charset="0"/>
              </a:rPr>
              <a:t>max </a:t>
            </a:r>
            <a:r>
              <a:rPr lang="en-AU" dirty="0">
                <a:latin typeface="Times New Roman" panose="02020603050405020304" pitchFamily="18" charset="0"/>
              </a:rPr>
              <a:t>(</a:t>
            </a:r>
            <a:r>
              <a:rPr lang="en-AU" i="1" dirty="0">
                <a:latin typeface="Times New Roman" panose="02020603050405020304" pitchFamily="18" charset="0"/>
              </a:rPr>
              <a:t>number</a:t>
            </a:r>
            <a:r>
              <a:rPr lang="en-AU" dirty="0">
                <a:latin typeface="Times New Roman" panose="02020603050405020304" pitchFamily="18" charset="0"/>
              </a:rPr>
              <a:t>[0], </a:t>
            </a:r>
            <a:r>
              <a:rPr lang="en-AU" i="1" dirty="0">
                <a:latin typeface="Times New Roman" panose="02020603050405020304" pitchFamily="18" charset="0"/>
              </a:rPr>
              <a:t>number</a:t>
            </a:r>
            <a:r>
              <a:rPr lang="en-AU" dirty="0">
                <a:latin typeface="Times New Roman" panose="02020603050405020304" pitchFamily="18" charset="0"/>
              </a:rPr>
              <a:t>[1], …, </a:t>
            </a:r>
            <a:r>
              <a:rPr lang="en-AU" i="1" dirty="0">
                <a:latin typeface="Times New Roman" panose="02020603050405020304" pitchFamily="18" charset="0"/>
              </a:rPr>
              <a:t>number</a:t>
            </a:r>
            <a:r>
              <a:rPr lang="en-AU" dirty="0">
                <a:latin typeface="Times New Roman" panose="02020603050405020304" pitchFamily="18" charset="0"/>
              </a:rPr>
              <a:t>[</a:t>
            </a:r>
            <a:r>
              <a:rPr lang="en-AU" i="1" dirty="0">
                <a:latin typeface="Times New Roman" panose="02020603050405020304" pitchFamily="18" charset="0"/>
              </a:rPr>
              <a:t>n</a:t>
            </a:r>
            <a:r>
              <a:rPr lang="en-AU" dirty="0">
                <a:latin typeface="Times New Roman" panose="02020603050405020304" pitchFamily="18" charset="0"/>
              </a:rPr>
              <a:t>-1]) +1;</a:t>
            </a:r>
          </a:p>
          <a:p>
            <a:pPr algn="just" eaLnBrk="1" fontAlgn="auto" hangingPunct="1">
              <a:spcBef>
                <a:spcPts val="600"/>
              </a:spcBef>
              <a:spcAft>
                <a:spcPts val="600"/>
              </a:spcAft>
              <a:buFont typeface="Arial" panose="020B0604020202020204" pitchFamily="34" charset="0"/>
              <a:buNone/>
              <a:defRPr/>
            </a:pPr>
            <a:r>
              <a:rPr lang="en-AU" i="1" dirty="0">
                <a:latin typeface="Times New Roman" panose="02020603050405020304" pitchFamily="18" charset="0"/>
              </a:rPr>
              <a:t>	choosing</a:t>
            </a:r>
            <a:r>
              <a:rPr lang="en-AU" dirty="0">
                <a:latin typeface="Times New Roman" panose="02020603050405020304" pitchFamily="18" charset="0"/>
              </a:rPr>
              <a:t>[</a:t>
            </a:r>
            <a:r>
              <a:rPr lang="en-AU" i="1" dirty="0" err="1">
                <a:latin typeface="Times New Roman" panose="02020603050405020304" pitchFamily="18" charset="0"/>
              </a:rPr>
              <a:t>i</a:t>
            </a:r>
            <a:r>
              <a:rPr lang="en-AU" dirty="0">
                <a:latin typeface="Times New Roman" panose="02020603050405020304" pitchFamily="18" charset="0"/>
              </a:rPr>
              <a:t>] = </a:t>
            </a:r>
            <a:r>
              <a:rPr lang="en-AU" i="1" dirty="0">
                <a:latin typeface="Times New Roman" panose="02020603050405020304" pitchFamily="18" charset="0"/>
              </a:rPr>
              <a:t>false</a:t>
            </a:r>
            <a:r>
              <a:rPr lang="en-AU" dirty="0">
                <a:latin typeface="Times New Roman" panose="02020603050405020304" pitchFamily="18" charset="0"/>
              </a:rPr>
              <a:t>;</a:t>
            </a:r>
          </a:p>
          <a:p>
            <a:pPr algn="just" eaLnBrk="1" fontAlgn="auto" hangingPunct="1">
              <a:spcBef>
                <a:spcPts val="600"/>
              </a:spcBef>
              <a:spcAft>
                <a:spcPts val="600"/>
              </a:spcAft>
              <a:buFont typeface="Arial" panose="020B0604020202020204" pitchFamily="34" charset="0"/>
              <a:buNone/>
              <a:defRPr/>
            </a:pPr>
            <a:r>
              <a:rPr lang="en-AU" b="1" dirty="0">
                <a:latin typeface="Times New Roman" panose="02020603050405020304" pitchFamily="18" charset="0"/>
              </a:rPr>
              <a:t>	for</a:t>
            </a:r>
            <a:r>
              <a:rPr lang="en-AU" dirty="0">
                <a:latin typeface="Times New Roman" panose="02020603050405020304" pitchFamily="18" charset="0"/>
              </a:rPr>
              <a:t> </a:t>
            </a:r>
            <a:r>
              <a:rPr lang="en-AU" i="1" dirty="0">
                <a:latin typeface="Times New Roman" panose="02020603050405020304" pitchFamily="18" charset="0"/>
              </a:rPr>
              <a:t>j</a:t>
            </a:r>
            <a:r>
              <a:rPr lang="en-AU" dirty="0">
                <a:latin typeface="Times New Roman" panose="02020603050405020304" pitchFamily="18" charset="0"/>
              </a:rPr>
              <a:t> = 0 </a:t>
            </a:r>
            <a:r>
              <a:rPr lang="en-AU" b="1" dirty="0">
                <a:latin typeface="Times New Roman" panose="02020603050405020304" pitchFamily="18" charset="0"/>
              </a:rPr>
              <a:t>to</a:t>
            </a:r>
            <a:r>
              <a:rPr lang="en-AU" dirty="0">
                <a:latin typeface="Times New Roman" panose="02020603050405020304" pitchFamily="18" charset="0"/>
              </a:rPr>
              <a:t> </a:t>
            </a:r>
            <a:r>
              <a:rPr lang="en-AU" i="1" dirty="0">
                <a:latin typeface="Times New Roman" panose="02020603050405020304" pitchFamily="18" charset="0"/>
              </a:rPr>
              <a:t>n</a:t>
            </a:r>
            <a:r>
              <a:rPr lang="en-AU" dirty="0">
                <a:latin typeface="Times New Roman" panose="02020603050405020304" pitchFamily="18" charset="0"/>
              </a:rPr>
              <a:t>-1 </a:t>
            </a:r>
            <a:r>
              <a:rPr lang="en-AU" b="1" dirty="0">
                <a:latin typeface="Times New Roman" panose="02020603050405020304" pitchFamily="18" charset="0"/>
              </a:rPr>
              <a:t>do</a:t>
            </a:r>
            <a:endParaRPr lang="en-AU" dirty="0">
              <a:latin typeface="Times New Roman" panose="02020603050405020304" pitchFamily="18" charset="0"/>
            </a:endParaRPr>
          </a:p>
          <a:p>
            <a:pPr algn="just" eaLnBrk="1" fontAlgn="auto" hangingPunct="1">
              <a:spcBef>
                <a:spcPts val="600"/>
              </a:spcBef>
              <a:spcAft>
                <a:spcPts val="600"/>
              </a:spcAft>
              <a:buFont typeface="Arial" panose="020B0604020202020204" pitchFamily="34" charset="0"/>
              <a:buNone/>
              <a:defRPr/>
            </a:pPr>
            <a:r>
              <a:rPr lang="en-AU" b="1" dirty="0">
                <a:latin typeface="Times New Roman" panose="02020603050405020304" pitchFamily="18" charset="0"/>
              </a:rPr>
              <a:t>	begin</a:t>
            </a:r>
          </a:p>
          <a:p>
            <a:pPr algn="just" eaLnBrk="1" fontAlgn="auto" hangingPunct="1">
              <a:spcBef>
                <a:spcPts val="600"/>
              </a:spcBef>
              <a:spcAft>
                <a:spcPts val="600"/>
              </a:spcAft>
              <a:buFont typeface="Arial" panose="020B0604020202020204" pitchFamily="34" charset="0"/>
              <a:buNone/>
              <a:defRPr/>
            </a:pPr>
            <a:r>
              <a:rPr lang="en-AU" dirty="0">
                <a:latin typeface="Times New Roman" panose="02020603050405020304" pitchFamily="18" charset="0"/>
              </a:rPr>
              <a:t>	     </a:t>
            </a:r>
            <a:r>
              <a:rPr lang="en-AU" b="1" dirty="0">
                <a:latin typeface="Times New Roman" panose="02020603050405020304" pitchFamily="18" charset="0"/>
              </a:rPr>
              <a:t>while</a:t>
            </a:r>
            <a:r>
              <a:rPr lang="en-AU" dirty="0">
                <a:latin typeface="Times New Roman" panose="02020603050405020304" pitchFamily="18" charset="0"/>
              </a:rPr>
              <a:t> </a:t>
            </a:r>
            <a:r>
              <a:rPr lang="en-AU" i="1" dirty="0">
                <a:latin typeface="Times New Roman" panose="02020603050405020304" pitchFamily="18" charset="0"/>
              </a:rPr>
              <a:t>choosing</a:t>
            </a:r>
            <a:r>
              <a:rPr lang="en-AU" dirty="0">
                <a:latin typeface="Times New Roman" panose="02020603050405020304" pitchFamily="18" charset="0"/>
              </a:rPr>
              <a:t>[</a:t>
            </a:r>
            <a:r>
              <a:rPr lang="en-AU" i="1" dirty="0">
                <a:latin typeface="Times New Roman" panose="02020603050405020304" pitchFamily="18" charset="0"/>
              </a:rPr>
              <a:t>j</a:t>
            </a:r>
            <a:r>
              <a:rPr lang="en-AU" dirty="0">
                <a:latin typeface="Times New Roman" panose="02020603050405020304" pitchFamily="18" charset="0"/>
              </a:rPr>
              <a:t>] </a:t>
            </a:r>
            <a:r>
              <a:rPr lang="en-AU" b="1" dirty="0">
                <a:latin typeface="Times New Roman" panose="02020603050405020304" pitchFamily="18" charset="0"/>
              </a:rPr>
              <a:t>do</a:t>
            </a:r>
            <a:r>
              <a:rPr lang="en-AU" dirty="0">
                <a:latin typeface="Times New Roman" panose="02020603050405020304" pitchFamily="18" charset="0"/>
              </a:rPr>
              <a:t> </a:t>
            </a:r>
            <a:r>
              <a:rPr lang="en-AU" i="1" dirty="0">
                <a:latin typeface="Times New Roman" panose="02020603050405020304" pitchFamily="18" charset="0"/>
              </a:rPr>
              <a:t>no-op</a:t>
            </a:r>
            <a:r>
              <a:rPr lang="en-AU" b="1" dirty="0">
                <a:latin typeface="Times New Roman" panose="02020603050405020304" pitchFamily="18" charset="0"/>
              </a:rPr>
              <a:t>;</a:t>
            </a:r>
          </a:p>
          <a:p>
            <a:pPr algn="just" eaLnBrk="1" fontAlgn="auto" hangingPunct="1">
              <a:spcBef>
                <a:spcPts val="600"/>
              </a:spcBef>
              <a:spcAft>
                <a:spcPts val="600"/>
              </a:spcAft>
              <a:buFont typeface="Arial" panose="020B0604020202020204" pitchFamily="34" charset="0"/>
              <a:buNone/>
              <a:defRPr/>
            </a:pPr>
            <a:r>
              <a:rPr lang="en-AU" dirty="0">
                <a:latin typeface="Times New Roman" panose="02020603050405020304" pitchFamily="18" charset="0"/>
              </a:rPr>
              <a:t>      </a:t>
            </a:r>
            <a:r>
              <a:rPr lang="en-AU" b="1" dirty="0">
                <a:latin typeface="Times New Roman" panose="02020603050405020304" pitchFamily="18" charset="0"/>
              </a:rPr>
              <a:t>     while</a:t>
            </a:r>
            <a:r>
              <a:rPr lang="en-AU" dirty="0">
                <a:latin typeface="Times New Roman" panose="02020603050405020304" pitchFamily="18" charset="0"/>
              </a:rPr>
              <a:t> </a:t>
            </a:r>
            <a:r>
              <a:rPr lang="en-AU" i="1" dirty="0">
                <a:latin typeface="Times New Roman" panose="02020603050405020304" pitchFamily="18" charset="0"/>
              </a:rPr>
              <a:t>number</a:t>
            </a:r>
            <a:r>
              <a:rPr lang="en-AU" dirty="0">
                <a:latin typeface="Times New Roman" panose="02020603050405020304" pitchFamily="18" charset="0"/>
              </a:rPr>
              <a:t>[</a:t>
            </a:r>
            <a:r>
              <a:rPr lang="en-AU" i="1" dirty="0">
                <a:latin typeface="Times New Roman" panose="02020603050405020304" pitchFamily="18" charset="0"/>
              </a:rPr>
              <a:t>j</a:t>
            </a:r>
            <a:r>
              <a:rPr lang="en-AU" dirty="0">
                <a:latin typeface="Times New Roman" panose="02020603050405020304" pitchFamily="18" charset="0"/>
              </a:rPr>
              <a:t>] </a:t>
            </a:r>
            <a:r>
              <a:rPr lang="en-AU" dirty="0">
                <a:latin typeface="Times New Roman" panose="02020603050405020304" pitchFamily="18" charset="0"/>
                <a:sym typeface="Symbol" panose="05050102010706020507" pitchFamily="18" charset="2"/>
              </a:rPr>
              <a:t></a:t>
            </a:r>
            <a:r>
              <a:rPr lang="en-AU" dirty="0">
                <a:latin typeface="Times New Roman" panose="02020603050405020304" pitchFamily="18" charset="0"/>
              </a:rPr>
              <a:t> 0 </a:t>
            </a:r>
            <a:r>
              <a:rPr lang="en-AU" b="1" dirty="0">
                <a:latin typeface="Times New Roman" panose="02020603050405020304" pitchFamily="18" charset="0"/>
              </a:rPr>
              <a:t>and</a:t>
            </a:r>
            <a:r>
              <a:rPr lang="en-AU" dirty="0">
                <a:latin typeface="Times New Roman" panose="02020603050405020304" pitchFamily="18" charset="0"/>
              </a:rPr>
              <a:t> (</a:t>
            </a:r>
            <a:r>
              <a:rPr lang="en-AU" i="1" dirty="0">
                <a:latin typeface="Times New Roman" panose="02020603050405020304" pitchFamily="18" charset="0"/>
              </a:rPr>
              <a:t>number</a:t>
            </a:r>
            <a:r>
              <a:rPr lang="en-AU" dirty="0">
                <a:latin typeface="Times New Roman" panose="02020603050405020304" pitchFamily="18" charset="0"/>
              </a:rPr>
              <a:t>[</a:t>
            </a:r>
            <a:r>
              <a:rPr lang="en-AU" i="1" dirty="0">
                <a:latin typeface="Times New Roman" panose="02020603050405020304" pitchFamily="18" charset="0"/>
              </a:rPr>
              <a:t>j</a:t>
            </a:r>
            <a:r>
              <a:rPr lang="en-AU" dirty="0">
                <a:latin typeface="Times New Roman" panose="02020603050405020304" pitchFamily="18" charset="0"/>
              </a:rPr>
              <a:t>],  </a:t>
            </a:r>
            <a:r>
              <a:rPr lang="en-AU" i="1" dirty="0">
                <a:latin typeface="Times New Roman" panose="02020603050405020304" pitchFamily="18" charset="0"/>
              </a:rPr>
              <a:t>j</a:t>
            </a:r>
            <a:r>
              <a:rPr lang="en-AU" dirty="0">
                <a:latin typeface="Times New Roman" panose="02020603050405020304" pitchFamily="18" charset="0"/>
              </a:rPr>
              <a:t>) &lt; (</a:t>
            </a:r>
            <a:r>
              <a:rPr lang="en-AU" i="1" dirty="0">
                <a:latin typeface="Times New Roman" panose="02020603050405020304" pitchFamily="18" charset="0"/>
              </a:rPr>
              <a:t>number</a:t>
            </a:r>
            <a:r>
              <a:rPr lang="en-AU" dirty="0">
                <a:latin typeface="Times New Roman" panose="02020603050405020304" pitchFamily="18" charset="0"/>
              </a:rPr>
              <a:t>[</a:t>
            </a:r>
            <a:r>
              <a:rPr lang="en-AU" i="1" dirty="0" err="1">
                <a:latin typeface="Times New Roman" panose="02020603050405020304" pitchFamily="18" charset="0"/>
              </a:rPr>
              <a:t>i</a:t>
            </a:r>
            <a:r>
              <a:rPr lang="en-AU" dirty="0">
                <a:latin typeface="Times New Roman" panose="02020603050405020304" pitchFamily="18" charset="0"/>
              </a:rPr>
              <a:t>], </a:t>
            </a:r>
            <a:r>
              <a:rPr lang="en-AU" i="1" dirty="0" err="1">
                <a:latin typeface="Times New Roman" panose="02020603050405020304" pitchFamily="18" charset="0"/>
              </a:rPr>
              <a:t>i</a:t>
            </a:r>
            <a:r>
              <a:rPr lang="en-AU" dirty="0">
                <a:latin typeface="Times New Roman" panose="02020603050405020304" pitchFamily="18" charset="0"/>
              </a:rPr>
              <a:t>) </a:t>
            </a:r>
            <a:r>
              <a:rPr lang="en-AU" b="1" dirty="0">
                <a:latin typeface="Times New Roman" panose="02020603050405020304" pitchFamily="18" charset="0"/>
              </a:rPr>
              <a:t>do</a:t>
            </a:r>
            <a:r>
              <a:rPr lang="en-AU" dirty="0">
                <a:latin typeface="Times New Roman" panose="02020603050405020304" pitchFamily="18" charset="0"/>
              </a:rPr>
              <a:t> no-op</a:t>
            </a:r>
            <a:r>
              <a:rPr lang="en-AU" b="1" dirty="0">
                <a:latin typeface="Times New Roman" panose="02020603050405020304" pitchFamily="18" charset="0"/>
              </a:rPr>
              <a:t>;</a:t>
            </a:r>
          </a:p>
          <a:p>
            <a:pPr algn="just" eaLnBrk="1" fontAlgn="auto" hangingPunct="1">
              <a:spcBef>
                <a:spcPts val="600"/>
              </a:spcBef>
              <a:spcAft>
                <a:spcPts val="600"/>
              </a:spcAft>
              <a:buFont typeface="Arial" panose="020B0604020202020204" pitchFamily="34" charset="0"/>
              <a:buNone/>
              <a:defRPr/>
            </a:pPr>
            <a:r>
              <a:rPr lang="en-AU" b="1" dirty="0">
                <a:latin typeface="Times New Roman" panose="02020603050405020304" pitchFamily="18" charset="0"/>
              </a:rPr>
              <a:t>	end</a:t>
            </a:r>
            <a:r>
              <a:rPr lang="en-AU" dirty="0">
                <a:latin typeface="Times New Roman" panose="02020603050405020304" pitchFamily="18" charset="0"/>
              </a:rPr>
              <a:t>;</a:t>
            </a:r>
          </a:p>
          <a:p>
            <a:pPr algn="just" eaLnBrk="1" fontAlgn="auto" hangingPunct="1">
              <a:spcBef>
                <a:spcPts val="600"/>
              </a:spcBef>
              <a:spcAft>
                <a:spcPts val="600"/>
              </a:spcAft>
              <a:buFont typeface="Arial" panose="020B0604020202020204" pitchFamily="34" charset="0"/>
              <a:buNone/>
              <a:defRPr/>
            </a:pPr>
            <a:r>
              <a:rPr lang="en-AU" dirty="0">
                <a:latin typeface="Times New Roman" panose="02020603050405020304" pitchFamily="18" charset="0"/>
              </a:rPr>
              <a:t>		critical section</a:t>
            </a:r>
          </a:p>
          <a:p>
            <a:pPr algn="just" eaLnBrk="1" fontAlgn="auto" hangingPunct="1">
              <a:spcBef>
                <a:spcPts val="600"/>
              </a:spcBef>
              <a:spcAft>
                <a:spcPts val="600"/>
              </a:spcAft>
              <a:buFont typeface="Arial" panose="020B0604020202020204" pitchFamily="34" charset="0"/>
              <a:buNone/>
              <a:defRPr/>
            </a:pPr>
            <a:r>
              <a:rPr lang="en-AU" i="1" dirty="0">
                <a:latin typeface="Times New Roman" panose="02020603050405020304" pitchFamily="18" charset="0"/>
              </a:rPr>
              <a:t>	number</a:t>
            </a:r>
            <a:r>
              <a:rPr lang="en-AU" dirty="0">
                <a:latin typeface="Times New Roman" panose="02020603050405020304" pitchFamily="18" charset="0"/>
              </a:rPr>
              <a:t>[</a:t>
            </a:r>
            <a:r>
              <a:rPr lang="en-AU" i="1" dirty="0" err="1">
                <a:latin typeface="Times New Roman" panose="02020603050405020304" pitchFamily="18" charset="0"/>
              </a:rPr>
              <a:t>i</a:t>
            </a:r>
            <a:r>
              <a:rPr lang="en-AU" dirty="0">
                <a:latin typeface="Times New Roman" panose="02020603050405020304" pitchFamily="18" charset="0"/>
              </a:rPr>
              <a:t>] = 0;</a:t>
            </a:r>
          </a:p>
          <a:p>
            <a:pPr algn="just" eaLnBrk="1" fontAlgn="auto" hangingPunct="1">
              <a:spcBef>
                <a:spcPts val="600"/>
              </a:spcBef>
              <a:spcAft>
                <a:spcPts val="600"/>
              </a:spcAft>
              <a:buFont typeface="Arial" panose="020B0604020202020204" pitchFamily="34" charset="0"/>
              <a:buNone/>
              <a:defRPr/>
            </a:pPr>
            <a:r>
              <a:rPr lang="en-AU" dirty="0">
                <a:latin typeface="Times New Roman" panose="02020603050405020304" pitchFamily="18" charset="0"/>
              </a:rPr>
              <a:t>		remainder section</a:t>
            </a:r>
          </a:p>
          <a:p>
            <a:pPr algn="just" eaLnBrk="1" fontAlgn="auto" hangingPunct="1">
              <a:spcBef>
                <a:spcPts val="600"/>
              </a:spcBef>
              <a:spcAft>
                <a:spcPts val="600"/>
              </a:spcAft>
              <a:buFont typeface="Arial" panose="020B0604020202020204" pitchFamily="34" charset="0"/>
              <a:buNone/>
              <a:defRPr/>
            </a:pPr>
            <a:r>
              <a:rPr lang="en-AU" b="1" dirty="0">
                <a:latin typeface="Times New Roman" panose="02020603050405020304" pitchFamily="18" charset="0"/>
              </a:rPr>
              <a:t>until</a:t>
            </a:r>
            <a:r>
              <a:rPr lang="en-AU" dirty="0">
                <a:latin typeface="Times New Roman" panose="02020603050405020304" pitchFamily="18" charset="0"/>
              </a:rPr>
              <a:t> </a:t>
            </a:r>
            <a:r>
              <a:rPr lang="en-AU" i="1" dirty="0">
                <a:latin typeface="Times New Roman" panose="02020603050405020304" pitchFamily="18" charset="0"/>
              </a:rPr>
              <a:t>false</a:t>
            </a:r>
            <a:endParaRPr lang="en-US" sz="2800" dirty="0">
              <a:latin typeface="Times New Roman" panose="02020603050405020304" pitchFamily="18" charset="0"/>
            </a:endParaRPr>
          </a:p>
        </p:txBody>
      </p:sp>
      <p:sp>
        <p:nvSpPr>
          <p:cNvPr id="53252" name="Slide Number Placeholder 5">
            <a:extLst>
              <a:ext uri="{FF2B5EF4-FFF2-40B4-BE49-F238E27FC236}">
                <a16:creationId xmlns:a16="http://schemas.microsoft.com/office/drawing/2014/main" id="{547F561F-95CE-4617-B1B8-E705A69997A0}"/>
              </a:ext>
            </a:extLst>
          </p:cNvPr>
          <p:cNvSpPr>
            <a:spLocks noGrp="1"/>
          </p:cNvSpPr>
          <p:nvPr>
            <p:ph type="sldNum" sz="quarter" idx="12"/>
          </p:nvPr>
        </p:nvSpPr>
        <p:spPr bwMode="auto">
          <a:xfrm>
            <a:off x="9525000" y="62484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eaLnBrk="1" hangingPunct="1">
              <a:lnSpc>
                <a:spcPct val="100000"/>
              </a:lnSpc>
              <a:spcBef>
                <a:spcPct val="0"/>
              </a:spcBef>
              <a:buFontTx/>
              <a:buNone/>
            </a:pPr>
            <a:fld id="{145E833E-15D3-4536-8312-0ECB9317FE5F}" type="slidenum">
              <a:rPr lang="en-AU" altLang="en-US" sz="1400">
                <a:latin typeface="Times New Roman" panose="02020603050405020304" pitchFamily="18" charset="0"/>
              </a:rPr>
              <a:pPr eaLnBrk="1" hangingPunct="1">
                <a:lnSpc>
                  <a:spcPct val="100000"/>
                </a:lnSpc>
                <a:spcBef>
                  <a:spcPct val="0"/>
                </a:spcBef>
                <a:buFontTx/>
                <a:buNone/>
              </a:pPr>
              <a:t>16</a:t>
            </a:fld>
            <a:endParaRPr lang="en-AU" altLang="en-US" sz="1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8467509-B78B-4FF9-8A67-D4D259531D27}"/>
              </a:ext>
            </a:extLst>
          </p:cNvPr>
          <p:cNvSpPr>
            <a:spLocks noGrp="1"/>
          </p:cNvSpPr>
          <p:nvPr>
            <p:ph type="title"/>
          </p:nvPr>
        </p:nvSpPr>
        <p:spPr>
          <a:xfrm>
            <a:off x="774921" y="874426"/>
            <a:ext cx="8610600" cy="519112"/>
          </a:xfrm>
        </p:spPr>
        <p:txBody>
          <a:bodyPr/>
          <a:lstStyle/>
          <a:p>
            <a:pPr eaLnBrk="1" hangingPunct="1"/>
            <a:r>
              <a:rPr lang="en-AU" altLang="en-US" sz="2800" dirty="0">
                <a:latin typeface="Times New Roman" panose="02020603050405020304" pitchFamily="18" charset="0"/>
              </a:rPr>
              <a:t>Synchronization Hardware</a:t>
            </a:r>
            <a:endParaRPr lang="en-US" altLang="en-US" u="sng" dirty="0">
              <a:latin typeface="Times New Roman" panose="02020603050405020304" pitchFamily="18" charset="0"/>
            </a:endParaRPr>
          </a:p>
        </p:txBody>
      </p:sp>
      <p:sp>
        <p:nvSpPr>
          <p:cNvPr id="36868" name="Rectangle 3">
            <a:extLst>
              <a:ext uri="{FF2B5EF4-FFF2-40B4-BE49-F238E27FC236}">
                <a16:creationId xmlns:a16="http://schemas.microsoft.com/office/drawing/2014/main" id="{F01ECF46-F7ED-4A14-9AE7-882B83241D0D}"/>
              </a:ext>
            </a:extLst>
          </p:cNvPr>
          <p:cNvSpPr>
            <a:spLocks noGrp="1" noChangeArrowheads="1"/>
          </p:cNvSpPr>
          <p:nvPr>
            <p:ph idx="1"/>
          </p:nvPr>
        </p:nvSpPr>
        <p:spPr>
          <a:xfrm>
            <a:off x="987034" y="1626174"/>
            <a:ext cx="8642350" cy="2519363"/>
          </a:xfrm>
        </p:spPr>
        <p:txBody>
          <a:bodyPr rtlCol="0">
            <a:normAutofit/>
          </a:bodyPr>
          <a:lstStyle/>
          <a:p>
            <a:pPr algn="just" eaLnBrk="1" fontAlgn="auto" hangingPunct="1">
              <a:lnSpc>
                <a:spcPct val="80000"/>
              </a:lnSpc>
              <a:spcBef>
                <a:spcPct val="0"/>
              </a:spcBef>
              <a:spcAft>
                <a:spcPts val="600"/>
              </a:spcAft>
              <a:defRPr/>
            </a:pPr>
            <a:r>
              <a:rPr lang="en-US" sz="2000" dirty="0">
                <a:latin typeface="Times New Roman" panose="02020603050405020304" pitchFamily="18" charset="0"/>
              </a:rPr>
              <a:t>There is no guarantee that the software-based solution will work correctly in all computer architectures.</a:t>
            </a:r>
          </a:p>
          <a:p>
            <a:pPr algn="just" eaLnBrk="1" fontAlgn="auto" hangingPunct="1">
              <a:lnSpc>
                <a:spcPct val="80000"/>
              </a:lnSpc>
              <a:spcBef>
                <a:spcPct val="0"/>
              </a:spcBef>
              <a:spcAft>
                <a:spcPts val="600"/>
              </a:spcAft>
              <a:defRPr/>
            </a:pPr>
            <a:r>
              <a:rPr lang="en-US" sz="2000" dirty="0">
                <a:latin typeface="Times New Roman" panose="02020603050405020304" pitchFamily="18" charset="0"/>
              </a:rPr>
              <a:t>The simple solution to critical section problem: disable interrupt while a shared variable is being modified.</a:t>
            </a:r>
          </a:p>
          <a:p>
            <a:pPr lvl="1" algn="just" eaLnBrk="1" fontAlgn="auto" hangingPunct="1">
              <a:lnSpc>
                <a:spcPct val="80000"/>
              </a:lnSpc>
              <a:spcBef>
                <a:spcPct val="0"/>
              </a:spcBef>
              <a:spcAft>
                <a:spcPts val="600"/>
              </a:spcAft>
              <a:defRPr/>
            </a:pPr>
            <a:r>
              <a:rPr lang="en-US" dirty="0">
                <a:latin typeface="Times New Roman" panose="02020603050405020304" pitchFamily="18" charset="0"/>
              </a:rPr>
              <a:t>This solution is not feasible in multiprocessor. Why?</a:t>
            </a:r>
          </a:p>
          <a:p>
            <a:pPr algn="just" eaLnBrk="1" fontAlgn="auto" hangingPunct="1">
              <a:lnSpc>
                <a:spcPct val="80000"/>
              </a:lnSpc>
              <a:spcBef>
                <a:spcPct val="0"/>
              </a:spcBef>
              <a:spcAft>
                <a:spcPts val="600"/>
              </a:spcAft>
              <a:defRPr/>
            </a:pPr>
            <a:r>
              <a:rPr lang="en-US" sz="2200" dirty="0">
                <a:latin typeface="Times New Roman" panose="02020603050405020304" pitchFamily="18" charset="0"/>
              </a:rPr>
              <a:t>Use special hardware instructions such as </a:t>
            </a:r>
            <a:r>
              <a:rPr lang="en-US" sz="2200" i="1" dirty="0">
                <a:latin typeface="Times New Roman" panose="02020603050405020304" pitchFamily="18" charset="0"/>
              </a:rPr>
              <a:t>Test-and-Set</a:t>
            </a:r>
            <a:r>
              <a:rPr lang="en-US" sz="2200" dirty="0">
                <a:latin typeface="Times New Roman" panose="02020603050405020304" pitchFamily="18" charset="0"/>
              </a:rPr>
              <a:t> and </a:t>
            </a:r>
            <a:r>
              <a:rPr lang="en-US" sz="2200" i="1" dirty="0">
                <a:latin typeface="Times New Roman" panose="02020603050405020304" pitchFamily="18" charset="0"/>
              </a:rPr>
              <a:t>Swap.</a:t>
            </a:r>
          </a:p>
          <a:p>
            <a:pPr lvl="1" algn="just" eaLnBrk="1" fontAlgn="auto" hangingPunct="1">
              <a:lnSpc>
                <a:spcPct val="80000"/>
              </a:lnSpc>
              <a:spcBef>
                <a:spcPct val="0"/>
              </a:spcBef>
              <a:spcAft>
                <a:spcPts val="600"/>
              </a:spcAft>
              <a:defRPr/>
            </a:pPr>
            <a:r>
              <a:rPr lang="en-US" i="1" dirty="0">
                <a:latin typeface="Times New Roman" panose="02020603050405020304" pitchFamily="18" charset="0"/>
              </a:rPr>
              <a:t>Test-and-set </a:t>
            </a:r>
            <a:r>
              <a:rPr lang="en-US" dirty="0">
                <a:latin typeface="Times New Roman" panose="02020603050405020304" pitchFamily="18" charset="0"/>
              </a:rPr>
              <a:t>or </a:t>
            </a:r>
            <a:r>
              <a:rPr lang="en-US" i="1" dirty="0">
                <a:latin typeface="Times New Roman" panose="02020603050405020304" pitchFamily="18" charset="0"/>
              </a:rPr>
              <a:t>Swap</a:t>
            </a:r>
            <a:r>
              <a:rPr lang="en-US" dirty="0">
                <a:latin typeface="Times New Roman" panose="02020603050405020304" pitchFamily="18" charset="0"/>
              </a:rPr>
              <a:t> is an atomic instruction: it can not be interrupted until it completes its execution</a:t>
            </a:r>
          </a:p>
        </p:txBody>
      </p:sp>
      <p:sp>
        <p:nvSpPr>
          <p:cNvPr id="55300" name="Slide Number Placeholder 5">
            <a:extLst>
              <a:ext uri="{FF2B5EF4-FFF2-40B4-BE49-F238E27FC236}">
                <a16:creationId xmlns:a16="http://schemas.microsoft.com/office/drawing/2014/main" id="{2D6B08CF-DC65-4EB5-B8BD-618829F9E33E}"/>
              </a:ext>
            </a:extLst>
          </p:cNvPr>
          <p:cNvSpPr>
            <a:spLocks noGrp="1"/>
          </p:cNvSpPr>
          <p:nvPr>
            <p:ph type="sldNum" sz="quarter" idx="12"/>
          </p:nvPr>
        </p:nvSpPr>
        <p:spPr bwMode="auto">
          <a:xfrm>
            <a:off x="9525000" y="62484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eaLnBrk="1" hangingPunct="1">
              <a:lnSpc>
                <a:spcPct val="100000"/>
              </a:lnSpc>
              <a:spcBef>
                <a:spcPct val="0"/>
              </a:spcBef>
              <a:buFontTx/>
              <a:buNone/>
            </a:pPr>
            <a:fld id="{E63079B3-E80B-466D-A7E8-40420E685827}" type="slidenum">
              <a:rPr lang="en-AU" altLang="en-US" sz="1400">
                <a:latin typeface="Times New Roman" panose="02020603050405020304" pitchFamily="18" charset="0"/>
              </a:rPr>
              <a:pPr eaLnBrk="1" hangingPunct="1">
                <a:lnSpc>
                  <a:spcPct val="100000"/>
                </a:lnSpc>
                <a:spcBef>
                  <a:spcPct val="0"/>
                </a:spcBef>
                <a:buFontTx/>
                <a:buNone/>
              </a:pPr>
              <a:t>17</a:t>
            </a:fld>
            <a:endParaRPr lang="en-AU" altLang="en-US" sz="1400">
              <a:latin typeface="Times New Roman" panose="02020603050405020304" pitchFamily="18" charset="0"/>
            </a:endParaRPr>
          </a:p>
        </p:txBody>
      </p:sp>
      <p:sp>
        <p:nvSpPr>
          <p:cNvPr id="3" name="Rectangle 2">
            <a:extLst>
              <a:ext uri="{FF2B5EF4-FFF2-40B4-BE49-F238E27FC236}">
                <a16:creationId xmlns:a16="http://schemas.microsoft.com/office/drawing/2014/main" id="{4074071B-9D5F-406D-9AE5-322A2552FEAB}"/>
              </a:ext>
            </a:extLst>
          </p:cNvPr>
          <p:cNvSpPr/>
          <p:nvPr/>
        </p:nvSpPr>
        <p:spPr>
          <a:xfrm>
            <a:off x="6604001" y="4084907"/>
            <a:ext cx="3709987" cy="2773362"/>
          </a:xfrm>
          <a:prstGeom prst="rect">
            <a:avLst/>
          </a:prstGeom>
        </p:spPr>
        <p:txBody>
          <a:bodyPr>
            <a:spAutoFit/>
          </a:bodyPr>
          <a:lstStyle/>
          <a:p>
            <a:pPr marL="342900" indent="-342900">
              <a:lnSpc>
                <a:spcPct val="80000"/>
              </a:lnSpc>
              <a:spcBef>
                <a:spcPts val="600"/>
              </a:spcBef>
              <a:spcAft>
                <a:spcPts val="600"/>
              </a:spcAft>
              <a:buClr>
                <a:srgbClr val="5F5F5F"/>
              </a:buClr>
              <a:buSzPct val="65000"/>
              <a:defRPr/>
            </a:pPr>
            <a:r>
              <a:rPr lang="en-US" kern="0" dirty="0"/>
              <a:t>// Swapping  instruction is done </a:t>
            </a:r>
            <a:r>
              <a:rPr lang="en-US" i="1" kern="0" dirty="0"/>
              <a:t>atomically</a:t>
            </a:r>
          </a:p>
          <a:p>
            <a:pPr marL="342900" indent="-342900">
              <a:lnSpc>
                <a:spcPct val="80000"/>
              </a:lnSpc>
              <a:spcBef>
                <a:spcPct val="20000"/>
              </a:spcBef>
              <a:buClr>
                <a:srgbClr val="5F5F5F"/>
              </a:buClr>
              <a:buSzPct val="65000"/>
              <a:defRPr/>
            </a:pPr>
            <a:r>
              <a:rPr lang="en-US" b="1" kern="0" dirty="0"/>
              <a:t>procedure</a:t>
            </a:r>
            <a:r>
              <a:rPr lang="en-US" kern="0" dirty="0"/>
              <a:t> </a:t>
            </a:r>
            <a:r>
              <a:rPr lang="en-US" i="1" kern="0" dirty="0"/>
              <a:t>Swap</a:t>
            </a:r>
            <a:r>
              <a:rPr lang="en-US" kern="0" dirty="0"/>
              <a:t> (</a:t>
            </a:r>
            <a:r>
              <a:rPr lang="en-US" b="1" kern="0" dirty="0" err="1"/>
              <a:t>var</a:t>
            </a:r>
            <a:r>
              <a:rPr lang="en-US" kern="0" dirty="0"/>
              <a:t> </a:t>
            </a:r>
            <a:r>
              <a:rPr lang="en-US" i="1" kern="0" dirty="0" err="1"/>
              <a:t>boolean</a:t>
            </a:r>
            <a:r>
              <a:rPr lang="en-US" kern="0" dirty="0"/>
              <a:t>: </a:t>
            </a:r>
            <a:r>
              <a:rPr lang="en-US" i="1" kern="0" dirty="0"/>
              <a:t>a</a:t>
            </a:r>
            <a:r>
              <a:rPr lang="en-US" kern="0" dirty="0"/>
              <a:t>, </a:t>
            </a:r>
            <a:r>
              <a:rPr lang="en-US" i="1" kern="0" dirty="0"/>
              <a:t>b</a:t>
            </a:r>
            <a:r>
              <a:rPr lang="en-US" kern="0" dirty="0"/>
              <a:t>)</a:t>
            </a:r>
          </a:p>
          <a:p>
            <a:pPr marL="342900" indent="-342900">
              <a:lnSpc>
                <a:spcPct val="80000"/>
              </a:lnSpc>
              <a:spcBef>
                <a:spcPct val="20000"/>
              </a:spcBef>
              <a:buClr>
                <a:srgbClr val="5F5F5F"/>
              </a:buClr>
              <a:buSzPct val="65000"/>
              <a:defRPr/>
            </a:pPr>
            <a:r>
              <a:rPr lang="en-US" b="1" kern="0" dirty="0" err="1"/>
              <a:t>var</a:t>
            </a:r>
            <a:r>
              <a:rPr lang="en-US" kern="0" dirty="0"/>
              <a:t> </a:t>
            </a:r>
            <a:r>
              <a:rPr lang="en-US" i="1" kern="0" dirty="0" err="1"/>
              <a:t>boolean</a:t>
            </a:r>
            <a:r>
              <a:rPr lang="en-US" kern="0" dirty="0"/>
              <a:t>: </a:t>
            </a:r>
            <a:r>
              <a:rPr lang="en-US" i="1" kern="0" dirty="0"/>
              <a:t>temp</a:t>
            </a:r>
            <a:r>
              <a:rPr lang="en-US" kern="0" dirty="0"/>
              <a:t>;	</a:t>
            </a:r>
          </a:p>
          <a:p>
            <a:pPr marL="342900" indent="-342900">
              <a:lnSpc>
                <a:spcPct val="80000"/>
              </a:lnSpc>
              <a:spcBef>
                <a:spcPct val="20000"/>
              </a:spcBef>
              <a:buClr>
                <a:srgbClr val="5F5F5F"/>
              </a:buClr>
              <a:buSzPct val="65000"/>
              <a:defRPr/>
            </a:pPr>
            <a:r>
              <a:rPr lang="en-US" b="1" kern="0" dirty="0"/>
              <a:t>begin</a:t>
            </a:r>
          </a:p>
          <a:p>
            <a:pPr marL="342900" indent="-342900">
              <a:lnSpc>
                <a:spcPct val="80000"/>
              </a:lnSpc>
              <a:spcBef>
                <a:spcPct val="20000"/>
              </a:spcBef>
              <a:buClr>
                <a:srgbClr val="5F5F5F"/>
              </a:buClr>
              <a:buSzPct val="65000"/>
              <a:defRPr/>
            </a:pPr>
            <a:r>
              <a:rPr lang="en-US" kern="0" dirty="0"/>
              <a:t>	</a:t>
            </a:r>
            <a:r>
              <a:rPr lang="en-US" i="1" kern="0" dirty="0"/>
              <a:t>temp</a:t>
            </a:r>
            <a:r>
              <a:rPr lang="en-US" kern="0" dirty="0"/>
              <a:t> = </a:t>
            </a:r>
            <a:r>
              <a:rPr lang="en-US" i="1" kern="0" dirty="0"/>
              <a:t>a</a:t>
            </a:r>
            <a:r>
              <a:rPr lang="en-US" kern="0" dirty="0"/>
              <a:t>;</a:t>
            </a:r>
          </a:p>
          <a:p>
            <a:pPr marL="342900" indent="-342900">
              <a:lnSpc>
                <a:spcPct val="80000"/>
              </a:lnSpc>
              <a:spcBef>
                <a:spcPct val="20000"/>
              </a:spcBef>
              <a:buClr>
                <a:srgbClr val="5F5F5F"/>
              </a:buClr>
              <a:buSzPct val="65000"/>
              <a:defRPr/>
            </a:pPr>
            <a:r>
              <a:rPr lang="en-US" kern="0" dirty="0"/>
              <a:t>	</a:t>
            </a:r>
            <a:r>
              <a:rPr lang="en-US" i="1" kern="0" dirty="0"/>
              <a:t>a</a:t>
            </a:r>
            <a:r>
              <a:rPr lang="en-US" kern="0" dirty="0"/>
              <a:t> = </a:t>
            </a:r>
            <a:r>
              <a:rPr lang="en-US" i="1" kern="0" dirty="0"/>
              <a:t>b</a:t>
            </a:r>
            <a:r>
              <a:rPr lang="en-US" kern="0" dirty="0"/>
              <a:t>;	</a:t>
            </a:r>
          </a:p>
          <a:p>
            <a:pPr marL="342900" indent="-342900">
              <a:lnSpc>
                <a:spcPct val="80000"/>
              </a:lnSpc>
              <a:spcBef>
                <a:spcPct val="20000"/>
              </a:spcBef>
              <a:buClr>
                <a:srgbClr val="5F5F5F"/>
              </a:buClr>
              <a:buSzPct val="65000"/>
              <a:defRPr/>
            </a:pPr>
            <a:r>
              <a:rPr lang="en-US" kern="0" dirty="0"/>
              <a:t>	</a:t>
            </a:r>
            <a:r>
              <a:rPr lang="en-US" i="1" kern="0" dirty="0"/>
              <a:t>b </a:t>
            </a:r>
            <a:r>
              <a:rPr lang="en-US" kern="0" dirty="0"/>
              <a:t>= </a:t>
            </a:r>
            <a:r>
              <a:rPr lang="en-US" i="1" kern="0" dirty="0"/>
              <a:t>temp</a:t>
            </a:r>
            <a:r>
              <a:rPr lang="en-US" kern="0" dirty="0"/>
              <a:t>;	</a:t>
            </a:r>
          </a:p>
          <a:p>
            <a:pPr marL="342900" indent="-342900">
              <a:lnSpc>
                <a:spcPct val="80000"/>
              </a:lnSpc>
              <a:spcBef>
                <a:spcPct val="20000"/>
              </a:spcBef>
              <a:buClr>
                <a:srgbClr val="5F5F5F"/>
              </a:buClr>
              <a:buSzPct val="65000"/>
              <a:defRPr/>
            </a:pPr>
            <a:r>
              <a:rPr lang="en-US" b="1" kern="0" dirty="0"/>
              <a:t>end</a:t>
            </a:r>
            <a:r>
              <a:rPr lang="en-US" kern="0" dirty="0"/>
              <a:t>;</a:t>
            </a:r>
          </a:p>
        </p:txBody>
      </p:sp>
      <p:sp>
        <p:nvSpPr>
          <p:cNvPr id="4" name="Rectangle 3">
            <a:extLst>
              <a:ext uri="{FF2B5EF4-FFF2-40B4-BE49-F238E27FC236}">
                <a16:creationId xmlns:a16="http://schemas.microsoft.com/office/drawing/2014/main" id="{EF659BAE-DFB1-47D0-ABF7-1E83BECB6435}"/>
              </a:ext>
            </a:extLst>
          </p:cNvPr>
          <p:cNvSpPr/>
          <p:nvPr/>
        </p:nvSpPr>
        <p:spPr>
          <a:xfrm>
            <a:off x="579071" y="4610809"/>
            <a:ext cx="4321175" cy="2219325"/>
          </a:xfrm>
          <a:prstGeom prst="rect">
            <a:avLst/>
          </a:prstGeom>
        </p:spPr>
        <p:txBody>
          <a:bodyPr>
            <a:spAutoFit/>
          </a:bodyPr>
          <a:lstStyle/>
          <a:p>
            <a:pPr marL="342900" indent="-342900" algn="just">
              <a:lnSpc>
                <a:spcPct val="80000"/>
              </a:lnSpc>
              <a:spcBef>
                <a:spcPts val="600"/>
              </a:spcBef>
              <a:spcAft>
                <a:spcPts val="600"/>
              </a:spcAft>
              <a:buClr>
                <a:srgbClr val="5F5F5F"/>
              </a:buClr>
              <a:buSzPct val="65000"/>
              <a:defRPr/>
            </a:pPr>
            <a:r>
              <a:rPr lang="en-US" kern="0" dirty="0"/>
              <a:t>// Test and set the content of a word </a:t>
            </a:r>
            <a:r>
              <a:rPr lang="en-US" i="1" kern="0" dirty="0"/>
              <a:t>atomically</a:t>
            </a:r>
            <a:endParaRPr lang="en-US" kern="0" dirty="0"/>
          </a:p>
          <a:p>
            <a:pPr marL="342900" indent="-342900">
              <a:lnSpc>
                <a:spcPct val="80000"/>
              </a:lnSpc>
              <a:spcBef>
                <a:spcPct val="20000"/>
              </a:spcBef>
              <a:buClr>
                <a:srgbClr val="5F5F5F"/>
              </a:buClr>
              <a:buSzPct val="65000"/>
              <a:defRPr/>
            </a:pPr>
            <a:r>
              <a:rPr lang="en-US" b="1" kern="0" dirty="0"/>
              <a:t>function</a:t>
            </a:r>
            <a:r>
              <a:rPr lang="en-US" kern="0" dirty="0"/>
              <a:t> </a:t>
            </a:r>
            <a:r>
              <a:rPr lang="en-US" i="1" kern="0" dirty="0"/>
              <a:t>Test-and-Set</a:t>
            </a:r>
            <a:r>
              <a:rPr lang="en-US" kern="0" dirty="0"/>
              <a:t> (</a:t>
            </a:r>
            <a:r>
              <a:rPr lang="en-US" b="1" kern="0" dirty="0" err="1"/>
              <a:t>var</a:t>
            </a:r>
            <a:r>
              <a:rPr lang="en-US" kern="0" dirty="0"/>
              <a:t> </a:t>
            </a:r>
            <a:r>
              <a:rPr lang="en-US" i="1" kern="0" dirty="0" err="1"/>
              <a:t>boolean</a:t>
            </a:r>
            <a:r>
              <a:rPr lang="en-US" kern="0" dirty="0"/>
              <a:t>: </a:t>
            </a:r>
            <a:r>
              <a:rPr lang="en-US" i="1" kern="0" dirty="0"/>
              <a:t>target</a:t>
            </a:r>
            <a:r>
              <a:rPr lang="en-US" kern="0" dirty="0"/>
              <a:t>)</a:t>
            </a:r>
          </a:p>
          <a:p>
            <a:pPr marL="342900" indent="-342900">
              <a:lnSpc>
                <a:spcPct val="80000"/>
              </a:lnSpc>
              <a:spcBef>
                <a:spcPct val="20000"/>
              </a:spcBef>
              <a:buClr>
                <a:srgbClr val="5F5F5F"/>
              </a:buClr>
              <a:buSzPct val="65000"/>
              <a:defRPr/>
            </a:pPr>
            <a:r>
              <a:rPr lang="en-US" b="1" kern="0" dirty="0"/>
              <a:t>begin</a:t>
            </a:r>
          </a:p>
          <a:p>
            <a:pPr marL="342900" indent="-342900">
              <a:lnSpc>
                <a:spcPct val="80000"/>
              </a:lnSpc>
              <a:spcBef>
                <a:spcPct val="20000"/>
              </a:spcBef>
              <a:buClr>
                <a:srgbClr val="5F5F5F"/>
              </a:buClr>
              <a:buSzPct val="65000"/>
              <a:defRPr/>
            </a:pPr>
            <a:r>
              <a:rPr lang="en-US" i="1" kern="0" dirty="0"/>
              <a:t>	Test-and-Set</a:t>
            </a:r>
            <a:r>
              <a:rPr lang="en-US" kern="0" dirty="0"/>
              <a:t> = </a:t>
            </a:r>
            <a:r>
              <a:rPr lang="en-US" i="1" kern="0" dirty="0"/>
              <a:t>target</a:t>
            </a:r>
            <a:r>
              <a:rPr lang="en-US" kern="0" dirty="0"/>
              <a:t>;</a:t>
            </a:r>
          </a:p>
          <a:p>
            <a:pPr marL="342900" indent="-342900">
              <a:lnSpc>
                <a:spcPct val="80000"/>
              </a:lnSpc>
              <a:spcBef>
                <a:spcPct val="20000"/>
              </a:spcBef>
              <a:buClr>
                <a:srgbClr val="5F5F5F"/>
              </a:buClr>
              <a:buSzPct val="65000"/>
              <a:defRPr/>
            </a:pPr>
            <a:r>
              <a:rPr lang="en-US" i="1" kern="0" dirty="0"/>
              <a:t>	target</a:t>
            </a:r>
            <a:r>
              <a:rPr lang="en-US" kern="0" dirty="0"/>
              <a:t> = </a:t>
            </a:r>
            <a:r>
              <a:rPr lang="en-US" i="1" kern="0" dirty="0"/>
              <a:t>true</a:t>
            </a:r>
            <a:r>
              <a:rPr lang="en-US" kern="0" dirty="0"/>
              <a:t>;	</a:t>
            </a:r>
          </a:p>
          <a:p>
            <a:pPr marL="342900" indent="-342900">
              <a:lnSpc>
                <a:spcPct val="80000"/>
              </a:lnSpc>
              <a:spcBef>
                <a:spcPct val="20000"/>
              </a:spcBef>
              <a:buClr>
                <a:srgbClr val="5F5F5F"/>
              </a:buClr>
              <a:buSzPct val="65000"/>
              <a:defRPr/>
            </a:pPr>
            <a:r>
              <a:rPr lang="en-US" b="1" kern="0" dirty="0"/>
              <a:t>end</a:t>
            </a:r>
            <a:r>
              <a:rPr lang="en-US" kern="0"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8CC76A0-E993-4A86-B410-9993A8591D94}"/>
              </a:ext>
            </a:extLst>
          </p:cNvPr>
          <p:cNvSpPr>
            <a:spLocks noGrp="1" noChangeArrowheads="1"/>
          </p:cNvSpPr>
          <p:nvPr>
            <p:ph type="title"/>
          </p:nvPr>
        </p:nvSpPr>
        <p:spPr>
          <a:xfrm>
            <a:off x="897988" y="724413"/>
            <a:ext cx="8229600" cy="576262"/>
          </a:xfrm>
        </p:spPr>
        <p:txBody>
          <a:bodyPr rtlCol="0">
            <a:normAutofit fontScale="90000"/>
          </a:bodyPr>
          <a:lstStyle/>
          <a:p>
            <a:pPr eaLnBrk="1" fontAlgn="auto" hangingPunct="1">
              <a:spcAft>
                <a:spcPts val="0"/>
              </a:spcAft>
              <a:defRPr/>
            </a:pPr>
            <a:r>
              <a:rPr lang="en-US" altLang="en-US" dirty="0"/>
              <a:t>Semaphore</a:t>
            </a:r>
          </a:p>
        </p:txBody>
      </p:sp>
      <p:sp>
        <p:nvSpPr>
          <p:cNvPr id="43011" name="Rectangle 3">
            <a:extLst>
              <a:ext uri="{FF2B5EF4-FFF2-40B4-BE49-F238E27FC236}">
                <a16:creationId xmlns:a16="http://schemas.microsoft.com/office/drawing/2014/main" id="{AEBDC298-9BC0-411F-B80B-837891CF4057}"/>
              </a:ext>
            </a:extLst>
          </p:cNvPr>
          <p:cNvSpPr>
            <a:spLocks noGrp="1" noChangeArrowheads="1"/>
          </p:cNvSpPr>
          <p:nvPr>
            <p:ph idx="1"/>
          </p:nvPr>
        </p:nvSpPr>
        <p:spPr>
          <a:xfrm>
            <a:off x="1633636" y="1603375"/>
            <a:ext cx="7921625" cy="5254625"/>
          </a:xfrm>
        </p:spPr>
        <p:txBody>
          <a:bodyPr rtlCol="0">
            <a:normAutofit/>
          </a:bodyPr>
          <a:lstStyle/>
          <a:p>
            <a:pPr eaLnBrk="1" fontAlgn="auto" hangingPunct="1">
              <a:spcAft>
                <a:spcPts val="0"/>
              </a:spcAft>
              <a:defRPr/>
            </a:pPr>
            <a:r>
              <a:rPr lang="en-US" altLang="en-US" sz="1600" dirty="0"/>
              <a:t>Synchronization tool that provides more sophisticated ways (than Mutex locks)  for process to synchronize their activities.</a:t>
            </a:r>
            <a:endParaRPr lang="en-US" altLang="en-US" sz="1600" i="1" dirty="0">
              <a:solidFill>
                <a:schemeClr val="tx2"/>
              </a:solidFill>
            </a:endParaRPr>
          </a:p>
          <a:p>
            <a:pPr eaLnBrk="1" fontAlgn="auto" hangingPunct="1">
              <a:spcAft>
                <a:spcPts val="0"/>
              </a:spcAft>
              <a:defRPr/>
            </a:pPr>
            <a:r>
              <a:rPr lang="en-US" altLang="en-US" sz="1600" dirty="0"/>
              <a:t>Semaphore </a:t>
            </a:r>
            <a:r>
              <a:rPr lang="en-US" altLang="en-US" sz="1600" b="1" i="1" dirty="0"/>
              <a:t>S</a:t>
            </a:r>
            <a:r>
              <a:rPr lang="en-US" altLang="en-US" sz="1600" dirty="0"/>
              <a:t> – integer variable</a:t>
            </a:r>
          </a:p>
          <a:p>
            <a:pPr eaLnBrk="1" fontAlgn="auto" hangingPunct="1">
              <a:spcAft>
                <a:spcPts val="0"/>
              </a:spcAft>
              <a:defRPr/>
            </a:pPr>
            <a:r>
              <a:rPr lang="en-US" altLang="en-US" sz="1600" dirty="0"/>
              <a:t>Can only be accessed via two indivisible (atomic) operations</a:t>
            </a:r>
          </a:p>
          <a:p>
            <a:pPr lvl="1" eaLnBrk="1" fontAlgn="auto" hangingPunct="1">
              <a:spcAft>
                <a:spcPts val="0"/>
              </a:spcAft>
              <a:defRPr/>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p>
          <a:p>
            <a:pPr lvl="2" eaLnBrk="1" fontAlgn="auto" hangingPunct="1">
              <a:spcAft>
                <a:spcPts val="0"/>
              </a:spcAft>
              <a:defRPr/>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p>
          <a:p>
            <a:pPr eaLnBrk="1" fontAlgn="auto" hangingPunct="1">
              <a:spcAft>
                <a:spcPts val="0"/>
              </a:spcAft>
              <a:defRPr/>
            </a:pPr>
            <a:r>
              <a:rPr lang="en-US" altLang="en-US" sz="1600" dirty="0"/>
              <a:t>Definition of  the </a:t>
            </a:r>
            <a:r>
              <a:rPr lang="en-US" altLang="en-US" b="1" dirty="0">
                <a:solidFill>
                  <a:srgbClr val="000000"/>
                </a:solidFill>
                <a:latin typeface="Courier New" panose="02070309020205020404" pitchFamily="49" charset="0"/>
                <a:cs typeface="Courier New" panose="02070309020205020404" pitchFamily="49" charset="0"/>
              </a:rPr>
              <a:t>wait() operation</a:t>
            </a:r>
          </a:p>
          <a:p>
            <a:pPr lvl="1" eaLnBrk="1" fontAlgn="auto" hangingPunct="1">
              <a:spcAft>
                <a:spcPts val="0"/>
              </a:spcAft>
              <a:buFont typeface="Monotype Sorts" pitchFamily="-84" charset="2"/>
              <a:buNone/>
              <a:defRPr/>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eaLnBrk="1" fontAlgn="auto" hangingPunct="1">
              <a:spcAft>
                <a:spcPts val="0"/>
              </a:spcAft>
              <a:buFont typeface="Monotype Sorts" pitchFamily="-84" charset="2"/>
              <a:buNone/>
              <a:defRPr/>
            </a:pPr>
            <a:r>
              <a:rPr lang="en-US" altLang="en-US" sz="1600" b="1" dirty="0">
                <a:latin typeface="Courier New" panose="02070309020205020404" pitchFamily="49" charset="0"/>
                <a:sym typeface="Symbol" panose="05050102010706020507" pitchFamily="18" charset="2"/>
              </a:rPr>
              <a:t>    while (S &lt;= 0)</a:t>
            </a:r>
          </a:p>
          <a:p>
            <a:pPr lvl="1" eaLnBrk="1" fontAlgn="auto" hangingPunct="1">
              <a:spcAft>
                <a:spcPts val="0"/>
              </a:spcAft>
              <a:buFont typeface="Monotype Sorts" pitchFamily="-84" charset="2"/>
              <a:buNone/>
              <a:defRPr/>
            </a:pPr>
            <a:r>
              <a:rPr lang="en-US" altLang="en-US" sz="1600" b="1" dirty="0">
                <a:latin typeface="Courier New" panose="02070309020205020404" pitchFamily="49" charset="0"/>
                <a:sym typeface="Symbol" panose="05050102010706020507" pitchFamily="18" charset="2"/>
              </a:rPr>
              <a:t>       ; // busy wait</a:t>
            </a:r>
          </a:p>
          <a:p>
            <a:pPr lvl="1" eaLnBrk="1" fontAlgn="auto" hangingPunct="1">
              <a:spcAft>
                <a:spcPts val="0"/>
              </a:spcAft>
              <a:buFont typeface="Monotype Sorts" pitchFamily="-84" charset="2"/>
              <a:buNone/>
              <a:defRPr/>
            </a:pPr>
            <a:r>
              <a:rPr lang="en-US" altLang="en-US" sz="1600" b="1" dirty="0">
                <a:latin typeface="Courier New" panose="02070309020205020404" pitchFamily="49" charset="0"/>
                <a:sym typeface="Symbol" panose="05050102010706020507" pitchFamily="18" charset="2"/>
              </a:rPr>
              <a:t>    S--;</a:t>
            </a:r>
          </a:p>
          <a:p>
            <a:pPr lvl="1" eaLnBrk="1" fontAlgn="auto" hangingPunct="1">
              <a:spcAft>
                <a:spcPts val="0"/>
              </a:spcAft>
              <a:buFont typeface="Monotype Sorts" pitchFamily="-84" charset="2"/>
              <a:buNone/>
              <a:defRPr/>
            </a:pPr>
            <a:r>
              <a:rPr lang="en-US" altLang="en-US" sz="1600" b="1" dirty="0">
                <a:latin typeface="Courier New" panose="02070309020205020404" pitchFamily="49" charset="0"/>
                <a:sym typeface="Symbol" panose="05050102010706020507" pitchFamily="18" charset="2"/>
              </a:rPr>
              <a:t>}</a:t>
            </a:r>
          </a:p>
          <a:p>
            <a:pPr eaLnBrk="1" fontAlgn="auto" hangingPunct="1">
              <a:spcAft>
                <a:spcPts val="0"/>
              </a:spcAft>
              <a:defRPr/>
            </a:pPr>
            <a:r>
              <a:rPr lang="en-US" altLang="en-US" sz="1600" dirty="0"/>
              <a:t>Definition of  the </a:t>
            </a:r>
            <a:r>
              <a:rPr lang="en-US" altLang="en-US" b="1" dirty="0">
                <a:solidFill>
                  <a:srgbClr val="000000"/>
                </a:solidFill>
                <a:latin typeface="Courier New" panose="02070309020205020404" pitchFamily="49" charset="0"/>
                <a:cs typeface="Courier New" panose="02070309020205020404" pitchFamily="49" charset="0"/>
              </a:rPr>
              <a:t>signal() operation</a:t>
            </a:r>
            <a:endParaRPr lang="en-US" altLang="en-US" sz="1600" b="1" dirty="0">
              <a:latin typeface="Courier New" panose="02070309020205020404" pitchFamily="49" charset="0"/>
              <a:cs typeface="Courier New" panose="02070309020205020404" pitchFamily="49" charset="0"/>
              <a:sym typeface="Symbol" panose="05050102010706020507" pitchFamily="18" charset="2"/>
            </a:endParaRPr>
          </a:p>
          <a:p>
            <a:pPr lvl="1" eaLnBrk="1" fontAlgn="auto" hangingPunct="1">
              <a:spcAft>
                <a:spcPts val="0"/>
              </a:spcAft>
              <a:buFont typeface="Monotype Sorts" pitchFamily="-84" charset="2"/>
              <a:buNone/>
              <a:defRPr/>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p>
          <a:p>
            <a:pPr lvl="1" eaLnBrk="1" fontAlgn="auto" hangingPunct="1">
              <a:spcAft>
                <a:spcPts val="0"/>
              </a:spcAft>
              <a:buFont typeface="Monotype Sorts" pitchFamily="-84" charset="2"/>
              <a:buNone/>
              <a:defRPr/>
            </a:pPr>
            <a:r>
              <a:rPr lang="en-US" altLang="en-US" sz="1600" b="1" dirty="0">
                <a:latin typeface="Courier New" panose="02070309020205020404" pitchFamily="49" charset="0"/>
                <a:sym typeface="Symbol" panose="05050102010706020507" pitchFamily="18" charset="2"/>
              </a:rPr>
              <a:t>    S++;</a:t>
            </a:r>
          </a:p>
          <a:p>
            <a:pPr lvl="1" eaLnBrk="1" fontAlgn="auto" hangingPunct="1">
              <a:spcAft>
                <a:spcPts val="0"/>
              </a:spcAft>
              <a:buFont typeface="Monotype Sorts" pitchFamily="-84" charset="2"/>
              <a:buNone/>
              <a:defRPr/>
            </a:pPr>
            <a:r>
              <a:rPr lang="en-US" altLang="en-US" sz="1600" b="1" dirty="0">
                <a:latin typeface="Courier New" panose="02070309020205020404" pitchFamily="49" charset="0"/>
                <a:sym typeface="Symbol" panose="05050102010706020507" pitchFamily="18" charset="2"/>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DD4C085-DA6F-4A28-9C65-C16C518A919D}"/>
              </a:ext>
            </a:extLst>
          </p:cNvPr>
          <p:cNvSpPr>
            <a:spLocks noGrp="1" noChangeArrowheads="1"/>
          </p:cNvSpPr>
          <p:nvPr>
            <p:ph type="title"/>
          </p:nvPr>
        </p:nvSpPr>
        <p:spPr>
          <a:xfrm>
            <a:off x="1171575" y="978242"/>
            <a:ext cx="8534400" cy="457200"/>
          </a:xfrm>
        </p:spPr>
        <p:txBody>
          <a:bodyPr rtlCol="0">
            <a:normAutofit fontScale="90000"/>
          </a:bodyPr>
          <a:lstStyle/>
          <a:p>
            <a:pPr eaLnBrk="1" fontAlgn="auto" hangingPunct="1">
              <a:spcAft>
                <a:spcPts val="0"/>
              </a:spcAft>
              <a:defRPr/>
            </a:pPr>
            <a:r>
              <a:rPr lang="en-US" altLang="en-US" dirty="0"/>
              <a:t>Semaphore Usage</a:t>
            </a:r>
          </a:p>
        </p:txBody>
      </p:sp>
      <p:sp>
        <p:nvSpPr>
          <p:cNvPr id="63491" name="Rectangle 3">
            <a:extLst>
              <a:ext uri="{FF2B5EF4-FFF2-40B4-BE49-F238E27FC236}">
                <a16:creationId xmlns:a16="http://schemas.microsoft.com/office/drawing/2014/main" id="{F287E0FF-A04C-4789-9F5E-F4DDF5FB3122}"/>
              </a:ext>
            </a:extLst>
          </p:cNvPr>
          <p:cNvSpPr>
            <a:spLocks noGrp="1"/>
          </p:cNvSpPr>
          <p:nvPr>
            <p:ph idx="1"/>
          </p:nvPr>
        </p:nvSpPr>
        <p:spPr>
          <a:xfrm>
            <a:off x="1299404" y="2038350"/>
            <a:ext cx="9842207" cy="4530725"/>
          </a:xfrm>
        </p:spPr>
        <p:txBody>
          <a:bodyPr>
            <a:normAutofit lnSpcReduction="10000"/>
          </a:bodyPr>
          <a:lstStyle/>
          <a:p>
            <a:pPr eaLnBrk="1" hangingPunct="1">
              <a:tabLst>
                <a:tab pos="2001838" algn="ctr"/>
                <a:tab pos="4513263" algn="ctr"/>
              </a:tabLst>
            </a:pPr>
            <a:r>
              <a:rPr lang="en-US" altLang="en-US" sz="2000" b="1" dirty="0">
                <a:solidFill>
                  <a:srgbClr val="3366FF"/>
                </a:solidFill>
              </a:rPr>
              <a:t>Counting semaphore </a:t>
            </a:r>
            <a:r>
              <a:rPr lang="en-US" altLang="en-US" sz="2000" dirty="0"/>
              <a:t>– integer value can range over an unrestricted domain</a:t>
            </a:r>
          </a:p>
          <a:p>
            <a:pPr eaLnBrk="1" hangingPunct="1">
              <a:tabLst>
                <a:tab pos="2001838" algn="ctr"/>
                <a:tab pos="4513263" algn="ctr"/>
              </a:tabLst>
            </a:pPr>
            <a:r>
              <a:rPr lang="en-US" altLang="en-US" sz="2000" b="1" dirty="0">
                <a:solidFill>
                  <a:srgbClr val="3366FF"/>
                </a:solidFill>
              </a:rPr>
              <a:t>Binary semaphore </a:t>
            </a:r>
            <a:r>
              <a:rPr lang="en-US" altLang="en-US" sz="2000" dirty="0"/>
              <a:t>– integer value can range only between 0 and 1</a:t>
            </a:r>
          </a:p>
          <a:p>
            <a:pPr lvl="1" eaLnBrk="1" hangingPunct="1">
              <a:tabLst>
                <a:tab pos="2001838" algn="ctr"/>
                <a:tab pos="4513263" algn="ctr"/>
              </a:tabLst>
            </a:pPr>
            <a:r>
              <a:rPr lang="en-US" altLang="en-US" dirty="0">
                <a:sym typeface="MT Extra" panose="05050102010205020202" pitchFamily="18" charset="2"/>
              </a:rPr>
              <a:t>Same as a </a:t>
            </a:r>
            <a:r>
              <a:rPr lang="en-US" altLang="en-US" b="1" dirty="0">
                <a:solidFill>
                  <a:srgbClr val="3366FF"/>
                </a:solidFill>
                <a:sym typeface="MT Extra" panose="05050102010205020202" pitchFamily="18" charset="2"/>
              </a:rPr>
              <a:t>mutex lock</a:t>
            </a:r>
            <a:endParaRPr lang="en-US" altLang="en-US" b="1" dirty="0">
              <a:solidFill>
                <a:srgbClr val="3366FF"/>
              </a:solidFill>
            </a:endParaRPr>
          </a:p>
          <a:p>
            <a:pPr eaLnBrk="1" hangingPunct="1">
              <a:tabLst>
                <a:tab pos="2001838" algn="ctr"/>
                <a:tab pos="4513263" algn="ctr"/>
              </a:tabLst>
            </a:pPr>
            <a:r>
              <a:rPr lang="en-US" altLang="en-US" sz="2000" dirty="0">
                <a:sym typeface="MT Extra" panose="05050102010205020202" pitchFamily="18" charset="2"/>
              </a:rPr>
              <a:t>Can solve various synchronization problems</a:t>
            </a:r>
          </a:p>
          <a:p>
            <a:pPr eaLnBrk="1" hangingPunct="1">
              <a:tabLst>
                <a:tab pos="2001838" algn="ctr"/>
                <a:tab pos="4513263" algn="ctr"/>
              </a:tabLst>
            </a:pPr>
            <a:r>
              <a:rPr lang="en-US" altLang="en-US" sz="2000" dirty="0">
                <a:sym typeface="MT Extra" panose="05050102010205020202" pitchFamily="18" charset="2"/>
              </a:rPr>
              <a:t>Consider </a:t>
            </a:r>
            <a:r>
              <a:rPr lang="en-US" altLang="en-US" sz="2000" b="1" i="1" dirty="0">
                <a:sym typeface="MT Extra" panose="05050102010205020202" pitchFamily="18" charset="2"/>
              </a:rPr>
              <a:t>P</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 and </a:t>
            </a:r>
            <a:r>
              <a:rPr lang="en-US" altLang="en-US" sz="2000" b="1" i="1" dirty="0">
                <a:sym typeface="MT Extra" panose="05050102010205020202" pitchFamily="18" charset="2"/>
              </a:rPr>
              <a:t>P</a:t>
            </a:r>
            <a:r>
              <a:rPr lang="en-US" altLang="en-US" sz="2000" b="1" i="1" baseline="-25000" dirty="0">
                <a:sym typeface="MT Extra" panose="05050102010205020202" pitchFamily="18" charset="2"/>
              </a:rPr>
              <a:t>2</a:t>
            </a:r>
            <a:r>
              <a:rPr lang="en-US" altLang="en-US" sz="2000" dirty="0">
                <a:sym typeface="MT Extra" panose="05050102010205020202" pitchFamily="18" charset="2"/>
              </a:rPr>
              <a:t> that require</a:t>
            </a:r>
            <a:r>
              <a:rPr lang="en-US" altLang="en-US" sz="2000" b="1" i="1" dirty="0">
                <a:sym typeface="MT Extra" panose="05050102010205020202" pitchFamily="18" charset="2"/>
              </a:rPr>
              <a:t> S</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to happen before </a:t>
            </a:r>
            <a:r>
              <a:rPr lang="en-US" altLang="en-US" sz="2000" b="1" i="1" dirty="0">
                <a:sym typeface="MT Extra" panose="05050102010205020202" pitchFamily="18" charset="2"/>
              </a:rPr>
              <a:t>S</a:t>
            </a:r>
            <a:r>
              <a:rPr lang="en-US" altLang="en-US" sz="2000" b="1" i="1" baseline="-25000" dirty="0">
                <a:sym typeface="MT Extra" panose="05050102010205020202" pitchFamily="18" charset="2"/>
              </a:rPr>
              <a:t>2</a:t>
            </a:r>
          </a:p>
          <a:p>
            <a:pPr eaLnBrk="1" hangingPunct="1">
              <a:buFont typeface="Arial" panose="020B0604020202020204" pitchFamily="34" charset="0"/>
              <a:buNone/>
              <a:tabLst>
                <a:tab pos="2001838" algn="ctr"/>
                <a:tab pos="4513263" algn="ctr"/>
              </a:tabLst>
            </a:pPr>
            <a:r>
              <a:rPr lang="en-US" altLang="en-US" sz="2000" dirty="0">
                <a:sym typeface="MT Extra" panose="05050102010205020202" pitchFamily="18" charset="2"/>
              </a:rPr>
              <a:t>       Create a semaphore “</a:t>
            </a:r>
            <a:r>
              <a:rPr lang="en-US" altLang="ja-JP" sz="20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synch</a:t>
            </a:r>
            <a:r>
              <a:rPr lang="en-US" altLang="en-US" sz="2000" dirty="0">
                <a:sym typeface="MT Extra" panose="05050102010205020202" pitchFamily="18" charset="2"/>
              </a:rPr>
              <a:t>”</a:t>
            </a:r>
            <a:r>
              <a:rPr lang="en-US" altLang="ja-JP" sz="2000" dirty="0">
                <a:sym typeface="MT Extra" panose="05050102010205020202" pitchFamily="18" charset="2"/>
              </a:rPr>
              <a:t> initialized to 0 </a:t>
            </a:r>
          </a:p>
          <a:p>
            <a:pPr lvl="1" eaLnBrk="1" hangingPunct="1">
              <a:buFont typeface="Arial" panose="020B0604020202020204" pitchFamily="34" charset="0"/>
              <a:buNone/>
              <a:tabLst>
                <a:tab pos="2001838" algn="ctr"/>
                <a:tab pos="4513263" algn="ctr"/>
              </a:tabLst>
            </a:pPr>
            <a:r>
              <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P1:</a:t>
            </a:r>
          </a:p>
          <a:p>
            <a:pPr lvl="1" eaLnBrk="1" hangingPunct="1">
              <a:buFont typeface="Arial" panose="020B0604020202020204" pitchFamily="34" charset="0"/>
              <a:buNone/>
              <a:tabLst>
                <a:tab pos="2001838" algn="ctr"/>
                <a:tab pos="4513263" algn="ctr"/>
              </a:tabLst>
            </a:pPr>
            <a:r>
              <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cs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a:t>
            </a:r>
          </a:p>
          <a:p>
            <a:pPr lvl="1" eaLnBrk="1" hangingPunct="1">
              <a:buFont typeface="Arial" panose="020B0604020202020204" pitchFamily="34" charset="0"/>
              <a:buNone/>
              <a:tabLst>
                <a:tab pos="2001838" algn="ctr"/>
                <a:tab pos="4513263" algn="ctr"/>
              </a:tabLst>
            </a:pPr>
            <a:r>
              <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   signal(synch);</a:t>
            </a:r>
          </a:p>
          <a:p>
            <a:pPr lvl="1" eaLnBrk="1" hangingPunct="1">
              <a:buFont typeface="Arial" panose="020B0604020202020204" pitchFamily="34" charset="0"/>
              <a:buNone/>
              <a:tabLst>
                <a:tab pos="2001838" algn="ctr"/>
                <a:tab pos="4513263" algn="ctr"/>
              </a:tabLst>
            </a:pPr>
            <a:r>
              <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P2:</a:t>
            </a:r>
          </a:p>
          <a:p>
            <a:pPr lvl="1" eaLnBrk="1" hangingPunct="1">
              <a:buFont typeface="Arial" panose="020B0604020202020204" pitchFamily="34" charset="0"/>
              <a:buNone/>
              <a:tabLst>
                <a:tab pos="2001838" algn="ctr"/>
                <a:tab pos="4513263" algn="ctr"/>
              </a:tabLst>
            </a:pPr>
            <a:r>
              <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   wait(synch)</a:t>
            </a:r>
            <a:r>
              <a:rPr lang="en-US" altLang="en-US" sz="1800"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endParaRPr>
          </a:p>
          <a:p>
            <a:pPr lvl="1" eaLnBrk="1" hangingPunct="1">
              <a:buFont typeface="Arial" panose="020B0604020202020204" pitchFamily="34" charset="0"/>
              <a:buNone/>
              <a:tabLst>
                <a:tab pos="2001838" algn="ctr"/>
                <a:tab pos="4513263" algn="ctr"/>
              </a:tabLst>
            </a:pPr>
            <a:r>
              <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cs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eaLnBrk="1" hangingPunct="1">
              <a:tabLst>
                <a:tab pos="2001838" algn="ctr"/>
                <a:tab pos="4513263" algn="ctr"/>
              </a:tabLst>
            </a:pPr>
            <a:r>
              <a:rPr lang="en-US" altLang="en-US" sz="2000" dirty="0"/>
              <a:t>Can implement a counting semaphore </a:t>
            </a:r>
            <a:r>
              <a:rPr lang="en-US" altLang="en-US" sz="2000" b="1" i="1" dirty="0">
                <a:solidFill>
                  <a:srgbClr val="000000"/>
                </a:solidFill>
              </a:rPr>
              <a:t>S</a:t>
            </a:r>
            <a:r>
              <a:rPr lang="en-US" altLang="en-US" sz="2000" dirty="0"/>
              <a:t> as a binary semaphore</a:t>
            </a:r>
          </a:p>
          <a:p>
            <a:pPr eaLnBrk="1" hangingPunct="1">
              <a:tabLst>
                <a:tab pos="2001838" algn="ctr"/>
                <a:tab pos="4513263" algn="ctr"/>
              </a:tabLst>
            </a:pPr>
            <a:endParaRPr lang="en-US" altLang="en-US" sz="2000" b="1" i="1" baseline="-25000" dirty="0">
              <a:sym typeface="MT Extra" panose="05050102010205020202"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BF7F771-D6B6-4165-B2D9-99BF45C01CFC}"/>
              </a:ext>
            </a:extLst>
          </p:cNvPr>
          <p:cNvSpPr>
            <a:spLocks noGrp="1" noChangeArrowheads="1"/>
          </p:cNvSpPr>
          <p:nvPr>
            <p:ph type="title"/>
          </p:nvPr>
        </p:nvSpPr>
        <p:spPr>
          <a:xfrm>
            <a:off x="944977" y="837614"/>
            <a:ext cx="8229600" cy="576263"/>
          </a:xfrm>
        </p:spPr>
        <p:txBody>
          <a:bodyPr rtlCol="0">
            <a:normAutofit fontScale="90000"/>
          </a:bodyPr>
          <a:lstStyle/>
          <a:p>
            <a:pPr eaLnBrk="1" fontAlgn="auto" hangingPunct="1">
              <a:spcAft>
                <a:spcPts val="0"/>
              </a:spcAft>
              <a:defRPr/>
            </a:pPr>
            <a:r>
              <a:rPr lang="en-US" altLang="en-US" dirty="0"/>
              <a:t>Semaphore Implementation</a:t>
            </a:r>
          </a:p>
        </p:txBody>
      </p:sp>
      <p:sp>
        <p:nvSpPr>
          <p:cNvPr id="47107" name="Rectangle 3">
            <a:extLst>
              <a:ext uri="{FF2B5EF4-FFF2-40B4-BE49-F238E27FC236}">
                <a16:creationId xmlns:a16="http://schemas.microsoft.com/office/drawing/2014/main" id="{280B4F51-11A1-481A-86C3-4CAA0CC01469}"/>
              </a:ext>
            </a:extLst>
          </p:cNvPr>
          <p:cNvSpPr>
            <a:spLocks noGrp="1" noChangeArrowheads="1"/>
          </p:cNvSpPr>
          <p:nvPr>
            <p:ph idx="1"/>
          </p:nvPr>
        </p:nvSpPr>
        <p:spPr>
          <a:xfrm>
            <a:off x="944977" y="2136775"/>
            <a:ext cx="10252905" cy="4530725"/>
          </a:xfrm>
        </p:spPr>
        <p:txBody>
          <a:bodyPr rtlCol="0">
            <a:normAutofit/>
          </a:bodyPr>
          <a:lstStyle/>
          <a:p>
            <a:pPr eaLnBrk="1" fontAlgn="auto" hangingPunct="1">
              <a:spcAft>
                <a:spcPts val="0"/>
              </a:spcAft>
              <a:defRPr/>
            </a:pPr>
            <a:r>
              <a:rPr lang="en-US" altLang="en-US" dirty="0"/>
              <a:t>Must guarantee that no two processes can execute  the </a:t>
            </a:r>
            <a:r>
              <a:rPr lang="en-US" altLang="en-US" sz="2000" b="1" dirty="0">
                <a:latin typeface="Courier New" panose="02070309020205020404" pitchFamily="49" charset="0"/>
                <a:cs typeface="Courier New" panose="02070309020205020404" pitchFamily="49" charset="0"/>
              </a:rPr>
              <a:t>wait() </a:t>
            </a:r>
            <a:r>
              <a:rPr lang="en-US" altLang="en-US" dirty="0"/>
              <a:t>and </a:t>
            </a:r>
            <a:r>
              <a:rPr lang="en-US" altLang="en-US" sz="2000" b="1" dirty="0">
                <a:latin typeface="Courier New" panose="02070309020205020404" pitchFamily="49" charset="0"/>
                <a:cs typeface="Courier New" panose="02070309020205020404" pitchFamily="49" charset="0"/>
              </a:rPr>
              <a:t>signal() </a:t>
            </a:r>
            <a:r>
              <a:rPr lang="en-US" altLang="en-US" dirty="0"/>
              <a:t>on the same semaphore at the same time</a:t>
            </a:r>
          </a:p>
          <a:p>
            <a:pPr eaLnBrk="1" fontAlgn="auto" hangingPunct="1">
              <a:spcAft>
                <a:spcPts val="0"/>
              </a:spcAft>
              <a:defRPr/>
            </a:pPr>
            <a:r>
              <a:rPr lang="en-US" altLang="en-US" dirty="0"/>
              <a:t>Thus, the implementation becomes the critical section problem where the </a:t>
            </a:r>
            <a:r>
              <a:rPr lang="en-US" altLang="en-US" sz="2000" b="1" dirty="0">
                <a:latin typeface="Courier New" panose="02070309020205020404" pitchFamily="49" charset="0"/>
                <a:cs typeface="Courier New" panose="02070309020205020404" pitchFamily="49" charset="0"/>
              </a:rPr>
              <a:t>wait</a:t>
            </a:r>
            <a:r>
              <a:rPr lang="en-US" altLang="en-US" dirty="0"/>
              <a:t> and </a:t>
            </a:r>
            <a:r>
              <a:rPr lang="en-US" altLang="en-US" sz="2000" b="1" dirty="0">
                <a:latin typeface="Courier New" panose="02070309020205020404" pitchFamily="49" charset="0"/>
                <a:cs typeface="Courier New" panose="02070309020205020404" pitchFamily="49" charset="0"/>
              </a:rPr>
              <a:t>signal</a:t>
            </a:r>
            <a:r>
              <a:rPr lang="en-US" altLang="en-US" dirty="0"/>
              <a:t> code are placed in the critical section</a:t>
            </a:r>
          </a:p>
          <a:p>
            <a:pPr lvl="1" eaLnBrk="1" fontAlgn="auto" hangingPunct="1">
              <a:spcAft>
                <a:spcPts val="0"/>
              </a:spcAft>
              <a:defRPr/>
            </a:pPr>
            <a:r>
              <a:rPr lang="en-US" altLang="en-US" dirty="0"/>
              <a:t>Could now have </a:t>
            </a:r>
            <a:r>
              <a:rPr lang="en-US" altLang="en-US" b="1" dirty="0">
                <a:solidFill>
                  <a:srgbClr val="3366FF"/>
                </a:solidFill>
              </a:rPr>
              <a:t>busy waiting</a:t>
            </a:r>
            <a:r>
              <a:rPr lang="en-US" altLang="en-US" dirty="0">
                <a:solidFill>
                  <a:srgbClr val="3366FF"/>
                </a:solidFill>
              </a:rPr>
              <a:t> </a:t>
            </a:r>
            <a:r>
              <a:rPr lang="en-US" altLang="en-US" dirty="0"/>
              <a:t>in critical section implementation</a:t>
            </a:r>
          </a:p>
          <a:p>
            <a:pPr lvl="2" eaLnBrk="1" fontAlgn="auto" hangingPunct="1">
              <a:spcAft>
                <a:spcPts val="0"/>
              </a:spcAft>
              <a:defRPr/>
            </a:pPr>
            <a:r>
              <a:rPr lang="en-US" altLang="en-US" dirty="0"/>
              <a:t>But implementation code is short</a:t>
            </a:r>
          </a:p>
          <a:p>
            <a:pPr lvl="2" eaLnBrk="1" fontAlgn="auto" hangingPunct="1">
              <a:spcAft>
                <a:spcPts val="0"/>
              </a:spcAft>
              <a:defRPr/>
            </a:pPr>
            <a:r>
              <a:rPr lang="en-US" altLang="en-US" dirty="0"/>
              <a:t>Little busy waiting if critical section rarely occupied</a:t>
            </a:r>
          </a:p>
          <a:p>
            <a:pPr eaLnBrk="1" fontAlgn="auto" hangingPunct="1">
              <a:spcAft>
                <a:spcPts val="0"/>
              </a:spcAft>
              <a:defRPr/>
            </a:pPr>
            <a:r>
              <a:rPr lang="en-US" altLang="en-US" dirty="0"/>
              <a:t>Note that applications may spend lots of time in critical sections and therefore this is not a good solution</a:t>
            </a:r>
          </a:p>
          <a:p>
            <a:pPr eaLnBrk="1" fontAlgn="auto" hangingPunct="1">
              <a:spcAft>
                <a:spcPts val="0"/>
              </a:spcAft>
              <a:buFont typeface="Monotype Sorts" pitchFamily="-84" charset="2"/>
              <a:buNone/>
              <a:defRPr/>
            </a:pPr>
            <a:r>
              <a:rPr lang="en-US" altLang="en-US" dirty="0"/>
              <a:t> </a:t>
            </a:r>
          </a:p>
          <a:p>
            <a:pPr lvl="1" eaLnBrk="1" fontAlgn="auto" hangingPunct="1">
              <a:spcAft>
                <a:spcPts val="0"/>
              </a:spcAft>
              <a:buFont typeface="Monotype Sorts" pitchFamily="-84" charset="2"/>
              <a:buNone/>
              <a:defRPr/>
            </a:pP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F104979-C432-4ECC-BCBB-D7E6C2E7CD2C}"/>
              </a:ext>
            </a:extLst>
          </p:cNvPr>
          <p:cNvSpPr>
            <a:spLocks noGrp="1"/>
          </p:cNvSpPr>
          <p:nvPr>
            <p:ph type="title"/>
          </p:nvPr>
        </p:nvSpPr>
        <p:spPr>
          <a:xfrm>
            <a:off x="814486" y="855379"/>
            <a:ext cx="8467725" cy="609600"/>
          </a:xfrm>
        </p:spPr>
        <p:txBody>
          <a:bodyPr/>
          <a:lstStyle/>
          <a:p>
            <a:pPr eaLnBrk="1" hangingPunct="1"/>
            <a:r>
              <a:rPr lang="en-US" altLang="en-US" sz="2400" dirty="0"/>
              <a:t>Semaphore Implementation with no Busy waiting </a:t>
            </a:r>
          </a:p>
        </p:txBody>
      </p:sp>
      <p:sp>
        <p:nvSpPr>
          <p:cNvPr id="49155" name="Rectangle 3">
            <a:extLst>
              <a:ext uri="{FF2B5EF4-FFF2-40B4-BE49-F238E27FC236}">
                <a16:creationId xmlns:a16="http://schemas.microsoft.com/office/drawing/2014/main" id="{5AC0A4C2-7EB6-42A0-AB73-0E0B5F9212F4}"/>
              </a:ext>
            </a:extLst>
          </p:cNvPr>
          <p:cNvSpPr>
            <a:spLocks noGrp="1" noChangeArrowheads="1"/>
          </p:cNvSpPr>
          <p:nvPr>
            <p:ph idx="1"/>
          </p:nvPr>
        </p:nvSpPr>
        <p:spPr>
          <a:xfrm>
            <a:off x="1040270" y="2391692"/>
            <a:ext cx="9662778" cy="4944979"/>
          </a:xfrm>
        </p:spPr>
        <p:txBody>
          <a:bodyPr rtlCol="0">
            <a:normAutofit fontScale="92500" lnSpcReduction="20000"/>
          </a:bodyPr>
          <a:lstStyle/>
          <a:p>
            <a:pPr eaLnBrk="1" fontAlgn="auto" hangingPunct="1">
              <a:spcAft>
                <a:spcPts val="0"/>
              </a:spcAft>
              <a:defRPr/>
            </a:pPr>
            <a:r>
              <a:rPr lang="en-US" altLang="en-US" dirty="0"/>
              <a:t>With each semaphore there is an associated waiting queue</a:t>
            </a:r>
          </a:p>
          <a:p>
            <a:pPr eaLnBrk="1" fontAlgn="auto" hangingPunct="1">
              <a:spcAft>
                <a:spcPts val="0"/>
              </a:spcAft>
              <a:defRPr/>
            </a:pPr>
            <a:r>
              <a:rPr lang="en-US" altLang="en-US" dirty="0"/>
              <a:t>Each entry in a waiting queue has two data items:</a:t>
            </a:r>
          </a:p>
          <a:p>
            <a:pPr lvl="1" eaLnBrk="1" fontAlgn="auto" hangingPunct="1">
              <a:spcAft>
                <a:spcPts val="0"/>
              </a:spcAft>
              <a:defRPr/>
            </a:pPr>
            <a:r>
              <a:rPr lang="en-US" altLang="en-US" dirty="0"/>
              <a:t> value (of type integer)</a:t>
            </a:r>
          </a:p>
          <a:p>
            <a:pPr lvl="1" eaLnBrk="1" fontAlgn="auto" hangingPunct="1">
              <a:spcAft>
                <a:spcPts val="0"/>
              </a:spcAft>
              <a:defRPr/>
            </a:pPr>
            <a:r>
              <a:rPr lang="en-US" altLang="en-US" dirty="0"/>
              <a:t> pointer to next record in the list</a:t>
            </a:r>
          </a:p>
          <a:p>
            <a:pPr eaLnBrk="1" fontAlgn="auto" hangingPunct="1">
              <a:spcAft>
                <a:spcPts val="0"/>
              </a:spcAft>
              <a:defRPr/>
            </a:pPr>
            <a:r>
              <a:rPr lang="en-US" altLang="en-US" dirty="0"/>
              <a:t>Two operations:</a:t>
            </a:r>
          </a:p>
          <a:p>
            <a:pPr lvl="1" eaLnBrk="1" fontAlgn="auto" hangingPunct="1">
              <a:spcAft>
                <a:spcPts val="0"/>
              </a:spcAft>
              <a:defRPr/>
            </a:pPr>
            <a:r>
              <a:rPr lang="en-US" altLang="en-US" b="1" dirty="0">
                <a:solidFill>
                  <a:srgbClr val="3366FF"/>
                </a:solidFill>
              </a:rPr>
              <a:t>block</a:t>
            </a:r>
            <a:r>
              <a:rPr lang="en-US" altLang="en-US" dirty="0">
                <a:solidFill>
                  <a:srgbClr val="3366FF"/>
                </a:solidFill>
              </a:rPr>
              <a:t> </a:t>
            </a:r>
            <a:r>
              <a:rPr lang="en-US" altLang="en-US" dirty="0"/>
              <a:t>– place the process invoking the operation on the appropriate waiting queue</a:t>
            </a:r>
          </a:p>
          <a:p>
            <a:pPr lvl="1" eaLnBrk="1" fontAlgn="auto" hangingPunct="1">
              <a:spcAft>
                <a:spcPts val="0"/>
              </a:spcAft>
              <a:defRPr/>
            </a:pPr>
            <a:r>
              <a:rPr lang="en-US" altLang="en-US" b="1" dirty="0">
                <a:solidFill>
                  <a:srgbClr val="3366FF"/>
                </a:solidFill>
              </a:rPr>
              <a:t>wakeup</a:t>
            </a:r>
            <a:r>
              <a:rPr lang="en-US" altLang="en-US" dirty="0">
                <a:solidFill>
                  <a:srgbClr val="3366FF"/>
                </a:solidFill>
              </a:rPr>
              <a:t> </a:t>
            </a:r>
            <a:r>
              <a:rPr lang="en-US" altLang="en-US" dirty="0"/>
              <a:t>– remove one of processes in the waiting queue and place it in the ready queue</a:t>
            </a:r>
          </a:p>
          <a:p>
            <a:pPr eaLnBrk="1" fontAlgn="auto" hangingPunct="1">
              <a:spcAft>
                <a:spcPts val="0"/>
              </a:spcAft>
              <a:defRPr/>
            </a:pPr>
            <a:r>
              <a:rPr lang="en-US" altLang="en-US" sz="1600" b="1" dirty="0">
                <a:latin typeface="Courier New" panose="02070309020205020404" pitchFamily="49" charset="0"/>
                <a:cs typeface="Courier New" panose="02070309020205020404" pitchFamily="49" charset="0"/>
              </a:rPr>
              <a:t>typedef struct{ </a:t>
            </a:r>
          </a:p>
          <a:p>
            <a:pPr eaLnBrk="1" fontAlgn="auto" hangingPunct="1">
              <a:spcAft>
                <a:spcPts val="0"/>
              </a:spcAft>
              <a:buFont typeface="Monotype Sorts" pitchFamily="-84" charset="2"/>
              <a:buNone/>
              <a:defRPr/>
            </a:pPr>
            <a:r>
              <a:rPr lang="en-US" altLang="en-US" sz="1600" b="1" dirty="0">
                <a:latin typeface="Courier New" panose="02070309020205020404" pitchFamily="49" charset="0"/>
                <a:cs typeface="Courier New" panose="02070309020205020404" pitchFamily="49" charset="0"/>
              </a:rPr>
              <a:t>   int value; </a:t>
            </a:r>
          </a:p>
          <a:p>
            <a:pPr eaLnBrk="1" fontAlgn="auto" hangingPunct="1">
              <a:spcAft>
                <a:spcPts val="0"/>
              </a:spcAft>
              <a:buFont typeface="Monotype Sorts" pitchFamily="-84" charset="2"/>
              <a:buNone/>
              <a:defRPr/>
            </a:pPr>
            <a:r>
              <a:rPr lang="en-US" altLang="en-US" sz="1600" b="1" dirty="0">
                <a:latin typeface="Courier New" panose="02070309020205020404" pitchFamily="49" charset="0"/>
                <a:cs typeface="Courier New" panose="02070309020205020404" pitchFamily="49" charset="0"/>
              </a:rPr>
              <a:t>   struct process *list; </a:t>
            </a:r>
          </a:p>
          <a:p>
            <a:pPr eaLnBrk="1" fontAlgn="auto" hangingPunct="1">
              <a:spcAft>
                <a:spcPts val="0"/>
              </a:spcAft>
              <a:buFont typeface="Monotype Sorts" pitchFamily="-84" charset="2"/>
              <a:buNone/>
              <a:defRPr/>
            </a:pPr>
            <a:r>
              <a:rPr lang="en-US" altLang="en-US" sz="1600" b="1" dirty="0">
                <a:latin typeface="Courier New" panose="02070309020205020404" pitchFamily="49" charset="0"/>
                <a:cs typeface="Courier New" panose="02070309020205020404" pitchFamily="49" charset="0"/>
              </a:rPr>
              <a:t>   } semaphore; </a:t>
            </a:r>
          </a:p>
          <a:p>
            <a:pPr eaLnBrk="1" fontAlgn="auto" hangingPunct="1">
              <a:spcAft>
                <a:spcPts val="0"/>
              </a:spcAft>
              <a:defRPr/>
            </a:pPr>
            <a:endParaRPr lang="en-US" altLang="en-US" dirty="0"/>
          </a:p>
          <a:p>
            <a:pPr lvl="1" eaLnBrk="1" fontAlgn="auto" hangingPunct="1">
              <a:spcAft>
                <a:spcPts val="0"/>
              </a:spcAft>
              <a:defRPr/>
            </a:pPr>
            <a:endParaRPr lang="en-US" altLang="en-US" dirty="0"/>
          </a:p>
          <a:p>
            <a:pPr eaLnBrk="1" fontAlgn="auto" hangingPunct="1">
              <a:spcAft>
                <a:spcPts val="0"/>
              </a:spcAft>
              <a:buFont typeface="Monotype Sorts" pitchFamily="-84" charset="2"/>
              <a:buNone/>
              <a:defRPr/>
            </a:pPr>
            <a:r>
              <a:rPr lang="en-US" altLang="en-US" dirty="0">
                <a:solidFill>
                  <a:srgbClr val="0000FF"/>
                </a:solidFill>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2C80D18B-22AE-4569-BE3D-D8A9A7A84116}"/>
              </a:ext>
            </a:extLst>
          </p:cNvPr>
          <p:cNvSpPr>
            <a:spLocks noGrp="1"/>
          </p:cNvSpPr>
          <p:nvPr>
            <p:ph type="title"/>
          </p:nvPr>
        </p:nvSpPr>
        <p:spPr>
          <a:xfrm>
            <a:off x="925488" y="946321"/>
            <a:ext cx="8356600" cy="581025"/>
          </a:xfrm>
        </p:spPr>
        <p:txBody>
          <a:bodyPr/>
          <a:lstStyle/>
          <a:p>
            <a:pPr eaLnBrk="1" hangingPunct="1"/>
            <a:r>
              <a:rPr lang="en-US" altLang="en-US" sz="2400" dirty="0"/>
              <a:t>Implementation with no Busy waiting (Cont.)</a:t>
            </a:r>
          </a:p>
        </p:txBody>
      </p:sp>
      <p:sp>
        <p:nvSpPr>
          <p:cNvPr id="51203" name="Rectangle 3">
            <a:extLst>
              <a:ext uri="{FF2B5EF4-FFF2-40B4-BE49-F238E27FC236}">
                <a16:creationId xmlns:a16="http://schemas.microsoft.com/office/drawing/2014/main" id="{6B333657-BA41-4ADF-B607-25C47AA78060}"/>
              </a:ext>
            </a:extLst>
          </p:cNvPr>
          <p:cNvSpPr>
            <a:spLocks noGrp="1" noChangeArrowheads="1"/>
          </p:cNvSpPr>
          <p:nvPr>
            <p:ph idx="1"/>
          </p:nvPr>
        </p:nvSpPr>
        <p:spPr>
          <a:xfrm>
            <a:off x="1651171" y="1684337"/>
            <a:ext cx="6122987" cy="5029200"/>
          </a:xfrm>
        </p:spPr>
        <p:txBody>
          <a:bodyPr rtlCol="0">
            <a:normAutofit lnSpcReduction="10000"/>
          </a:bodyPr>
          <a:lstStyle/>
          <a:p>
            <a:pPr marL="0" indent="0" eaLnBrk="1" fontAlgn="auto" hangingPunct="1">
              <a:spcAft>
                <a:spcPts val="0"/>
              </a:spcAft>
              <a:buFont typeface="Arial" panose="020B0604020202020204" pitchFamily="34" charset="0"/>
              <a:buNone/>
              <a:defRPr/>
            </a:pPr>
            <a:endParaRPr lang="en-US" altLang="en-US" sz="1400" b="1" dirty="0">
              <a:latin typeface="Courier New" panose="02070309020205020404" pitchFamily="49" charset="0"/>
              <a:cs typeface="Courier New" panose="02070309020205020404" pitchFamily="49" charset="0"/>
            </a:endParaRP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wait(semaphore *S) {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S-&gt;value--;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if (S-&gt;value &lt; 0) {</a:t>
            </a:r>
            <a:br>
              <a:rPr lang="en-US" altLang="en-US" sz="1600" b="1" dirty="0">
                <a:latin typeface="Courier New" panose="02070309020205020404" pitchFamily="49" charset="0"/>
                <a:cs typeface="Courier New" panose="02070309020205020404" pitchFamily="49" charset="0"/>
              </a:rPr>
            </a:br>
            <a:r>
              <a:rPr lang="en-US" altLang="en-US" sz="1600" b="1" dirty="0">
                <a:latin typeface="Courier New" panose="02070309020205020404" pitchFamily="49" charset="0"/>
                <a:cs typeface="Courier New" panose="02070309020205020404" pitchFamily="49" charset="0"/>
              </a:rPr>
              <a:t>      add this process to S-&gt;list;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block();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a:t>
            </a:r>
          </a:p>
          <a:p>
            <a:pPr marL="0" indent="0" eaLnBrk="1" fontAlgn="auto" hangingPunct="1">
              <a:spcAft>
                <a:spcPts val="0"/>
              </a:spcAft>
              <a:buFont typeface="Arial" panose="020B0604020202020204" pitchFamily="34" charset="0"/>
              <a:buNone/>
              <a:defRPr/>
            </a:pPr>
            <a:endParaRPr lang="en-US" altLang="en-US" sz="1600" b="1" dirty="0">
              <a:latin typeface="Courier New" panose="02070309020205020404" pitchFamily="49" charset="0"/>
              <a:cs typeface="Courier New" panose="02070309020205020404" pitchFamily="49" charset="0"/>
            </a:endParaRP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signal(semaphore *S) {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S-&gt;value++;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if (S-&gt;value &lt;= 0) {</a:t>
            </a:r>
            <a:br>
              <a:rPr lang="en-US" altLang="en-US" sz="1600" b="1" dirty="0">
                <a:latin typeface="Courier New" panose="02070309020205020404" pitchFamily="49" charset="0"/>
                <a:cs typeface="Courier New" panose="02070309020205020404" pitchFamily="49" charset="0"/>
              </a:rPr>
            </a:br>
            <a:r>
              <a:rPr lang="en-US" altLang="en-US" sz="1600" b="1" dirty="0">
                <a:latin typeface="Courier New" panose="02070309020205020404" pitchFamily="49" charset="0"/>
                <a:cs typeface="Courier New" panose="02070309020205020404" pitchFamily="49" charset="0"/>
              </a:rPr>
              <a:t>      remove a process P from S-&gt;list;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wakeup(P);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 </a:t>
            </a:r>
          </a:p>
          <a:p>
            <a:pPr marL="0" indent="0" eaLnBrk="1" fontAlgn="auto" hangingPunct="1">
              <a:spcAft>
                <a:spcPts val="0"/>
              </a:spcAft>
              <a:buFont typeface="Arial" panose="020B0604020202020204" pitchFamily="34" charset="0"/>
              <a:buNone/>
              <a:defRPr/>
            </a:pPr>
            <a:r>
              <a:rPr lang="en-US" altLang="en-US" sz="1600" b="1" dirty="0">
                <a:latin typeface="Courier New" panose="02070309020205020404" pitchFamily="49" charset="0"/>
                <a:cs typeface="Courier New" panose="02070309020205020404" pitchFamily="49" charset="0"/>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BD6283F-C9BD-46EB-BB5E-838B876997C0}"/>
              </a:ext>
            </a:extLst>
          </p:cNvPr>
          <p:cNvSpPr>
            <a:spLocks noGrp="1" noChangeArrowheads="1"/>
          </p:cNvSpPr>
          <p:nvPr>
            <p:ph type="title"/>
          </p:nvPr>
        </p:nvSpPr>
        <p:spPr>
          <a:xfrm>
            <a:off x="652584" y="1029800"/>
            <a:ext cx="8077200" cy="609600"/>
          </a:xfrm>
        </p:spPr>
        <p:txBody>
          <a:bodyPr rtlCol="0">
            <a:normAutofit/>
          </a:bodyPr>
          <a:lstStyle/>
          <a:p>
            <a:pPr eaLnBrk="1" fontAlgn="auto" hangingPunct="1">
              <a:spcAft>
                <a:spcPts val="0"/>
              </a:spcAft>
              <a:defRPr/>
            </a:pPr>
            <a:r>
              <a:rPr lang="en-US" altLang="en-US"/>
              <a:t>Classical Problems of Synchronization</a:t>
            </a:r>
          </a:p>
        </p:txBody>
      </p:sp>
      <p:sp>
        <p:nvSpPr>
          <p:cNvPr id="71683" name="Rectangle 3">
            <a:extLst>
              <a:ext uri="{FF2B5EF4-FFF2-40B4-BE49-F238E27FC236}">
                <a16:creationId xmlns:a16="http://schemas.microsoft.com/office/drawing/2014/main" id="{E9A904A6-70C4-46FC-91DE-DB8EB2229647}"/>
              </a:ext>
            </a:extLst>
          </p:cNvPr>
          <p:cNvSpPr>
            <a:spLocks noGrp="1"/>
          </p:cNvSpPr>
          <p:nvPr>
            <p:ph idx="1"/>
          </p:nvPr>
        </p:nvSpPr>
        <p:spPr>
          <a:xfrm>
            <a:off x="1205034" y="2327275"/>
            <a:ext cx="7524750" cy="4530725"/>
          </a:xfrm>
        </p:spPr>
        <p:txBody>
          <a:bodyPr/>
          <a:lstStyle/>
          <a:p>
            <a:pPr eaLnBrk="1" hangingPunct="1"/>
            <a:r>
              <a:rPr lang="en-US" altLang="en-US" dirty="0"/>
              <a:t>Classical problems used to test newly-proposed synchronization schemes</a:t>
            </a:r>
          </a:p>
          <a:p>
            <a:pPr lvl="1" eaLnBrk="1" hangingPunct="1"/>
            <a:r>
              <a:rPr lang="en-US" altLang="en-US" dirty="0"/>
              <a:t>Bounded-Buffer Problem</a:t>
            </a:r>
          </a:p>
          <a:p>
            <a:pPr lvl="1" eaLnBrk="1" hangingPunct="1"/>
            <a:r>
              <a:rPr lang="en-US" altLang="en-US" dirty="0"/>
              <a:t>Readers and Writers Problem</a:t>
            </a:r>
          </a:p>
          <a:p>
            <a:pPr lvl="1" eaLnBrk="1" hangingPunct="1"/>
            <a:r>
              <a:rPr lang="en-US" altLang="en-US" dirty="0"/>
              <a:t>Dining-Philosophers Problem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B292A3E-0148-4B95-B559-874538A9FD24}"/>
              </a:ext>
            </a:extLst>
          </p:cNvPr>
          <p:cNvSpPr>
            <a:spLocks noGrp="1" noChangeArrowheads="1"/>
          </p:cNvSpPr>
          <p:nvPr>
            <p:ph type="title"/>
          </p:nvPr>
        </p:nvSpPr>
        <p:spPr>
          <a:xfrm>
            <a:off x="1063408" y="1051536"/>
            <a:ext cx="7407275" cy="576262"/>
          </a:xfrm>
        </p:spPr>
        <p:txBody>
          <a:bodyPr rtlCol="0">
            <a:normAutofit fontScale="90000"/>
          </a:bodyPr>
          <a:lstStyle/>
          <a:p>
            <a:pPr eaLnBrk="1" fontAlgn="auto" hangingPunct="1">
              <a:spcAft>
                <a:spcPts val="0"/>
              </a:spcAft>
              <a:defRPr/>
            </a:pPr>
            <a:r>
              <a:rPr lang="en-US" altLang="en-US" dirty="0"/>
              <a:t>Bounded-Buffer Problem</a:t>
            </a:r>
          </a:p>
        </p:txBody>
      </p:sp>
      <p:sp>
        <p:nvSpPr>
          <p:cNvPr id="55299" name="Rectangle 3">
            <a:extLst>
              <a:ext uri="{FF2B5EF4-FFF2-40B4-BE49-F238E27FC236}">
                <a16:creationId xmlns:a16="http://schemas.microsoft.com/office/drawing/2014/main" id="{C35D3CCC-F81B-4CDB-9D79-FEE777731EAD}"/>
              </a:ext>
            </a:extLst>
          </p:cNvPr>
          <p:cNvSpPr>
            <a:spLocks noGrp="1" noChangeArrowheads="1"/>
          </p:cNvSpPr>
          <p:nvPr>
            <p:ph idx="1"/>
          </p:nvPr>
        </p:nvSpPr>
        <p:spPr>
          <a:xfrm>
            <a:off x="1063408" y="2461430"/>
            <a:ext cx="8866772" cy="4661819"/>
          </a:xfrm>
        </p:spPr>
        <p:txBody>
          <a:bodyPr rtlCol="0">
            <a:normAutofit/>
          </a:bodyPr>
          <a:lstStyle/>
          <a:p>
            <a:pPr eaLnBrk="1" fontAlgn="auto" hangingPunct="1">
              <a:spcAft>
                <a:spcPts val="0"/>
              </a:spcAft>
              <a:defRPr/>
            </a:pPr>
            <a:r>
              <a:rPr lang="en-US" altLang="en-US" sz="2000" b="1" i="1" dirty="0"/>
              <a:t>n</a:t>
            </a:r>
            <a:r>
              <a:rPr lang="en-US" altLang="en-US" dirty="0"/>
              <a:t> buffers, each can hold one item</a:t>
            </a:r>
          </a:p>
          <a:p>
            <a:pPr eaLnBrk="1" fontAlgn="auto" hangingPunct="1">
              <a:spcAft>
                <a:spcPts val="0"/>
              </a:spcAft>
              <a:defRPr/>
            </a:pPr>
            <a:r>
              <a:rPr lang="en-US" altLang="en-US" dirty="0"/>
              <a:t>Semaphore </a:t>
            </a:r>
            <a:r>
              <a:rPr lang="en-US" altLang="en-US" sz="2000" b="1" dirty="0">
                <a:solidFill>
                  <a:srgbClr val="000000"/>
                </a:solidFill>
                <a:latin typeface="Courier New" panose="02070309020205020404" pitchFamily="49" charset="0"/>
                <a:cs typeface="Courier New" panose="02070309020205020404" pitchFamily="49" charset="0"/>
              </a:rPr>
              <a:t>mutex</a:t>
            </a:r>
            <a:r>
              <a:rPr lang="en-US" altLang="en-US" dirty="0">
                <a:solidFill>
                  <a:srgbClr val="000000"/>
                </a:solidFill>
              </a:rPr>
              <a:t> i</a:t>
            </a:r>
            <a:r>
              <a:rPr lang="en-US" altLang="en-US" dirty="0"/>
              <a:t>nitialized to the value 1</a:t>
            </a:r>
          </a:p>
          <a:p>
            <a:pPr eaLnBrk="1" fontAlgn="auto" hangingPunct="1">
              <a:spcAft>
                <a:spcPts val="0"/>
              </a:spcAft>
              <a:defRPr/>
            </a:pPr>
            <a:r>
              <a:rPr lang="en-US" altLang="en-US" dirty="0">
                <a:solidFill>
                  <a:srgbClr val="000000"/>
                </a:solidFill>
              </a:rPr>
              <a:t>Semaphore </a:t>
            </a:r>
            <a:r>
              <a:rPr lang="en-US" altLang="en-US" sz="2000" b="1" dirty="0">
                <a:solidFill>
                  <a:srgbClr val="000000"/>
                </a:solidFill>
                <a:latin typeface="Courier New" panose="02070309020205020404" pitchFamily="49" charset="0"/>
                <a:cs typeface="Courier New" panose="02070309020205020404" pitchFamily="49" charset="0"/>
              </a:rPr>
              <a:t>full</a:t>
            </a:r>
            <a:r>
              <a:rPr lang="en-US" altLang="en-US" dirty="0">
                <a:solidFill>
                  <a:srgbClr val="000000"/>
                </a:solidFill>
              </a:rPr>
              <a:t> initialized </a:t>
            </a:r>
            <a:r>
              <a:rPr lang="en-US" altLang="en-US" dirty="0"/>
              <a:t>to the value 0</a:t>
            </a:r>
          </a:p>
          <a:p>
            <a:pPr eaLnBrk="1" fontAlgn="auto" hangingPunct="1">
              <a:spcAft>
                <a:spcPts val="0"/>
              </a:spcAft>
              <a:defRPr/>
            </a:pPr>
            <a:r>
              <a:rPr lang="en-US" altLang="en-US" dirty="0"/>
              <a:t>Semaphore </a:t>
            </a:r>
            <a:r>
              <a:rPr lang="en-US" altLang="en-US" sz="2000" b="1" dirty="0">
                <a:solidFill>
                  <a:srgbClr val="000000"/>
                </a:solidFill>
                <a:latin typeface="Courier New" panose="02070309020205020404" pitchFamily="49" charset="0"/>
                <a:cs typeface="Courier New" panose="02070309020205020404" pitchFamily="49" charset="0"/>
              </a:rPr>
              <a:t>empty</a:t>
            </a:r>
            <a:r>
              <a:rPr lang="en-US" altLang="en-US" b="1" dirty="0">
                <a:solidFill>
                  <a:srgbClr val="000000"/>
                </a:solidFill>
                <a:latin typeface="Courier New" panose="02070309020205020404" pitchFamily="49" charset="0"/>
                <a:cs typeface="Courier New" panose="02070309020205020404" pitchFamily="49" charset="0"/>
              </a:rPr>
              <a:t> </a:t>
            </a:r>
            <a:r>
              <a:rPr lang="en-US" altLang="en-US" dirty="0">
                <a:solidFill>
                  <a:srgbClr val="000000"/>
                </a:solidFill>
              </a:rPr>
              <a:t>initialized </a:t>
            </a:r>
            <a:r>
              <a:rPr lang="en-US" altLang="en-US" dirty="0"/>
              <a:t>to the value n</a:t>
            </a:r>
          </a:p>
          <a:p>
            <a:pPr eaLnBrk="1" fontAlgn="auto" hangingPunct="1">
              <a:spcAft>
                <a:spcPts val="0"/>
              </a:spcAft>
              <a:defRPr/>
            </a:pPr>
            <a:endParaRPr lang="en-US" altLang="en-US" dirty="0"/>
          </a:p>
        </p:txBody>
      </p:sp>
      <p:sp>
        <p:nvSpPr>
          <p:cNvPr id="73732" name="Rectangle 5">
            <a:extLst>
              <a:ext uri="{FF2B5EF4-FFF2-40B4-BE49-F238E27FC236}">
                <a16:creationId xmlns:a16="http://schemas.microsoft.com/office/drawing/2014/main" id="{CE2FE540-65A9-403E-89C2-0D74E47CF245}"/>
              </a:ext>
            </a:extLst>
          </p:cNvPr>
          <p:cNvSpPr>
            <a:spLocks noChangeArrowheads="1"/>
          </p:cNvSpPr>
          <p:nvPr/>
        </p:nvSpPr>
        <p:spPr bwMode="auto">
          <a:xfrm>
            <a:off x="4016375" y="32464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4" rIns="91426" bIns="45714">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0"/>
              </a:spcBef>
              <a:buFontTx/>
              <a:buNone/>
            </a:pPr>
            <a:endParaRPr kumimoji="1" lang="en-US" altLang="en-US" sz="1800">
              <a:latin typeface="Helvetica"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5E76E863-D3EC-40FC-902D-4880F4E54507}"/>
              </a:ext>
            </a:extLst>
          </p:cNvPr>
          <p:cNvSpPr>
            <a:spLocks noGrp="1" noChangeArrowheads="1"/>
          </p:cNvSpPr>
          <p:nvPr>
            <p:ph type="title"/>
          </p:nvPr>
        </p:nvSpPr>
        <p:spPr>
          <a:xfrm>
            <a:off x="693908" y="964004"/>
            <a:ext cx="7575550" cy="576262"/>
          </a:xfrm>
        </p:spPr>
        <p:txBody>
          <a:bodyPr rtlCol="0">
            <a:normAutofit fontScale="90000"/>
          </a:bodyPr>
          <a:lstStyle/>
          <a:p>
            <a:pPr eaLnBrk="1" fontAlgn="auto" hangingPunct="1">
              <a:spcAft>
                <a:spcPts val="0"/>
              </a:spcAft>
              <a:defRPr/>
            </a:pPr>
            <a:r>
              <a:rPr lang="en-US" altLang="en-US" dirty="0"/>
              <a:t>Bounded Buffer Problem (Cont.)</a:t>
            </a:r>
          </a:p>
        </p:txBody>
      </p:sp>
      <p:sp>
        <p:nvSpPr>
          <p:cNvPr id="75779" name="Rectangle 3">
            <a:extLst>
              <a:ext uri="{FF2B5EF4-FFF2-40B4-BE49-F238E27FC236}">
                <a16:creationId xmlns:a16="http://schemas.microsoft.com/office/drawing/2014/main" id="{4FC2E328-C103-4BA0-BE9B-7F7BCEE5F063}"/>
              </a:ext>
            </a:extLst>
          </p:cNvPr>
          <p:cNvSpPr>
            <a:spLocks noGrp="1"/>
          </p:cNvSpPr>
          <p:nvPr>
            <p:ph idx="1"/>
          </p:nvPr>
        </p:nvSpPr>
        <p:spPr>
          <a:xfrm>
            <a:off x="1130105" y="2095452"/>
            <a:ext cx="7848600" cy="4876800"/>
          </a:xfrm>
        </p:spPr>
        <p:txBody>
          <a:bodyPr/>
          <a:lstStyle/>
          <a:p>
            <a:pPr eaLnBrk="1" hangingPunct="1"/>
            <a:r>
              <a:rPr lang="en-US" altLang="en-US" sz="1600" dirty="0"/>
              <a:t>The structure of the producer process</a:t>
            </a:r>
          </a:p>
          <a:p>
            <a:pPr eaLnBrk="1" hangingPunct="1">
              <a:buFont typeface="Monotype Sorts" pitchFamily="-84" charset="2"/>
              <a:buNone/>
            </a:pPr>
            <a:endParaRPr lang="en-US" altLang="en-US" sz="1400" b="1" dirty="0">
              <a:latin typeface="Courier New" panose="02070309020205020404" pitchFamily="49" charset="0"/>
              <a:cs typeface="Courier New" panose="02070309020205020404" pitchFamily="49" charset="0"/>
            </a:endParaRPr>
          </a:p>
          <a:p>
            <a:pPr eaLnBrk="1" hangingPunct="1">
              <a:buFont typeface="Monotype Sorts" pitchFamily="-84" charset="2"/>
              <a:buNone/>
            </a:pPr>
            <a:r>
              <a:rPr lang="en-US" altLang="en-US" sz="1400" b="1" dirty="0">
                <a:latin typeface="Courier New" panose="02070309020205020404" pitchFamily="49" charset="0"/>
                <a:cs typeface="Courier New" panose="02070309020205020404" pitchFamily="49" charset="0"/>
              </a:rPr>
              <a:t>     </a:t>
            </a:r>
            <a:r>
              <a:rPr lang="en-US" altLang="en-US" sz="1600" b="1" dirty="0">
                <a:latin typeface="Courier New" panose="02070309020205020404" pitchFamily="49" charset="0"/>
                <a:cs typeface="Courier New" panose="02070309020205020404" pitchFamily="49" charset="0"/>
              </a:rPr>
              <a:t>do {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a:t>
            </a:r>
            <a:br>
              <a:rPr lang="en-US" altLang="en-US" sz="1600" b="1" dirty="0">
                <a:latin typeface="Courier New" panose="02070309020205020404" pitchFamily="49" charset="0"/>
                <a:cs typeface="Courier New" panose="02070309020205020404" pitchFamily="49" charset="0"/>
              </a:rPr>
            </a:br>
            <a:r>
              <a:rPr lang="en-US" altLang="en-US" sz="1600" b="1" dirty="0">
                <a:latin typeface="Courier New" panose="02070309020205020404" pitchFamily="49" charset="0"/>
                <a:cs typeface="Courier New" panose="02070309020205020404" pitchFamily="49" charset="0"/>
              </a:rPr>
              <a:t>        /* produce an item in </a:t>
            </a:r>
            <a:r>
              <a:rPr lang="en-US" altLang="en-US" sz="1600" b="1" dirty="0" err="1">
                <a:latin typeface="Courier New" panose="02070309020205020404" pitchFamily="49" charset="0"/>
                <a:cs typeface="Courier New" panose="02070309020205020404" pitchFamily="49" charset="0"/>
              </a:rPr>
              <a:t>next_produced</a:t>
            </a:r>
            <a:r>
              <a:rPr lang="en-US" altLang="en-US" sz="1600" b="1" dirty="0">
                <a:latin typeface="Courier New" panose="02070309020205020404" pitchFamily="49" charset="0"/>
                <a:cs typeface="Courier New" panose="02070309020205020404" pitchFamily="49" charset="0"/>
              </a:rPr>
              <a:t> */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wait(empty);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wait(mutex);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a:t>
            </a:r>
            <a:br>
              <a:rPr lang="en-US" altLang="en-US" sz="1600" b="1" dirty="0">
                <a:latin typeface="Courier New" panose="02070309020205020404" pitchFamily="49" charset="0"/>
                <a:cs typeface="Courier New" panose="02070309020205020404" pitchFamily="49" charset="0"/>
              </a:rPr>
            </a:br>
            <a:r>
              <a:rPr lang="en-US" altLang="en-US" sz="1600" b="1" dirty="0">
                <a:latin typeface="Courier New" panose="02070309020205020404" pitchFamily="49" charset="0"/>
                <a:cs typeface="Courier New" panose="02070309020205020404" pitchFamily="49" charset="0"/>
              </a:rPr>
              <a:t>        /* add next produced to the buffer */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signal(mutex);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signal(full); </a:t>
            </a:r>
          </a:p>
          <a:p>
            <a:pPr eaLnBrk="1" hangingPunct="1">
              <a:buFont typeface="Monotype Sorts" pitchFamily="-84" charset="2"/>
              <a:buNone/>
            </a:pPr>
            <a:r>
              <a:rPr lang="en-US" altLang="en-US" sz="1600" b="1" dirty="0">
                <a:latin typeface="Courier New" panose="02070309020205020404" pitchFamily="49" charset="0"/>
                <a:cs typeface="Courier New" panose="02070309020205020404" pitchFamily="49" charset="0"/>
              </a:rPr>
              <a:t>     } while (true);</a:t>
            </a:r>
            <a:br>
              <a:rPr lang="en-US" altLang="en-US" sz="1400" b="1" dirty="0">
                <a:latin typeface="Courier New" panose="02070309020205020404" pitchFamily="49" charset="0"/>
                <a:cs typeface="Courier New" panose="02070309020205020404" pitchFamily="49" charset="0"/>
              </a:rPr>
            </a:br>
            <a:endParaRPr lang="en-US" altLang="en-US" sz="1400" b="1" dirty="0">
              <a:latin typeface="Courier New" panose="02070309020205020404" pitchFamily="49" charset="0"/>
              <a:cs typeface="Courier New" panose="020703090202050204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E9755A7-D511-4111-A9CA-773316FF70A2}"/>
              </a:ext>
            </a:extLst>
          </p:cNvPr>
          <p:cNvSpPr>
            <a:spLocks noGrp="1" noChangeArrowheads="1"/>
          </p:cNvSpPr>
          <p:nvPr>
            <p:ph type="title"/>
          </p:nvPr>
        </p:nvSpPr>
        <p:spPr>
          <a:xfrm>
            <a:off x="846968" y="879598"/>
            <a:ext cx="7156450" cy="576262"/>
          </a:xfrm>
        </p:spPr>
        <p:txBody>
          <a:bodyPr rtlCol="0">
            <a:normAutofit fontScale="90000"/>
          </a:bodyPr>
          <a:lstStyle/>
          <a:p>
            <a:pPr eaLnBrk="1" fontAlgn="auto" hangingPunct="1">
              <a:spcAft>
                <a:spcPts val="0"/>
              </a:spcAft>
              <a:defRPr/>
            </a:pPr>
            <a:r>
              <a:rPr lang="en-US" altLang="en-US" dirty="0"/>
              <a:t>Bounded Buffer Problem (Cont.)</a:t>
            </a:r>
          </a:p>
        </p:txBody>
      </p:sp>
      <p:sp>
        <p:nvSpPr>
          <p:cNvPr id="31747" name="Rectangle 3">
            <a:extLst>
              <a:ext uri="{FF2B5EF4-FFF2-40B4-BE49-F238E27FC236}">
                <a16:creationId xmlns:a16="http://schemas.microsoft.com/office/drawing/2014/main" id="{36E51EB6-404C-4EAD-94AC-1002DC0C5BF0}"/>
              </a:ext>
            </a:extLst>
          </p:cNvPr>
          <p:cNvSpPr>
            <a:spLocks noGrp="1" noChangeArrowheads="1"/>
          </p:cNvSpPr>
          <p:nvPr>
            <p:ph idx="1"/>
          </p:nvPr>
        </p:nvSpPr>
        <p:spPr>
          <a:xfrm>
            <a:off x="1182102" y="2123196"/>
            <a:ext cx="7848600" cy="4876800"/>
          </a:xfrm>
        </p:spPr>
        <p:txBody>
          <a:bodyPr rtlCol="0"/>
          <a:lstStyle/>
          <a:p>
            <a:pPr marL="342866" indent="-342866" eaLnBrk="1" fontAlgn="auto" hangingPunct="1">
              <a:spcAft>
                <a:spcPts val="0"/>
              </a:spcAft>
              <a:buFont typeface="Monotype Sorts" charset="0"/>
              <a:buChar char="n"/>
              <a:defRPr/>
            </a:pPr>
            <a:r>
              <a:rPr lang="en-US" sz="1600" dirty="0">
                <a:ea typeface="ＭＳ Ｐゴシック" charset="0"/>
                <a:cs typeface="ＭＳ Ｐゴシック" charset="0"/>
              </a:rPr>
              <a:t>The structure of the consumer process</a:t>
            </a:r>
          </a:p>
          <a:p>
            <a:pPr marL="342866" indent="-342866" eaLnBrk="1" fontAlgn="auto" hangingPunct="1">
              <a:spcAft>
                <a:spcPts val="0"/>
              </a:spcAft>
              <a:buFont typeface="Monotype Sorts" charset="0"/>
              <a:buChar char="n"/>
              <a:defRPr/>
            </a:pPr>
            <a:endParaRPr lang="en-US" sz="1600" dirty="0">
              <a:ea typeface="ＭＳ Ｐゴシック" charset="0"/>
              <a:cs typeface="ＭＳ Ｐゴシック" charset="0"/>
            </a:endParaRPr>
          </a:p>
          <a:p>
            <a:pPr marL="0" indent="0" eaLnBrk="1" fontAlgn="auto" hangingPunct="1">
              <a:spcAft>
                <a:spcPts val="0"/>
              </a:spcAft>
              <a:buFont typeface="Arial" panose="020B0604020202020204" pitchFamily="34" charset="0"/>
              <a:buNone/>
              <a:defRPr/>
            </a:pPr>
            <a:r>
              <a:rPr lang="en-US" sz="1400" b="1" dirty="0">
                <a:latin typeface="Courier New"/>
                <a:ea typeface="ＭＳ Ｐゴシック" pitchFamily="-84" charset="-128"/>
                <a:cs typeface="Courier New"/>
              </a:rPr>
              <a:t>     </a:t>
            </a:r>
            <a:r>
              <a:rPr lang="en-US" sz="1600" b="1" dirty="0">
                <a:latin typeface="Courier New"/>
                <a:ea typeface="ＭＳ Ｐゴシック" pitchFamily="-84" charset="-128"/>
                <a:cs typeface="Courier New"/>
              </a:rPr>
              <a:t>Do { </a:t>
            </a:r>
          </a:p>
          <a:p>
            <a:pPr marL="0" indent="0" eaLnBrk="1" fontAlgn="auto" hangingPunct="1">
              <a:spcAft>
                <a:spcPts val="0"/>
              </a:spcAft>
              <a:buFont typeface="Arial" panose="020B0604020202020204" pitchFamily="34" charset="0"/>
              <a:buNone/>
              <a:defRPr/>
            </a:pPr>
            <a:r>
              <a:rPr lang="en-US" sz="1600" b="1" dirty="0">
                <a:latin typeface="Courier New"/>
                <a:ea typeface="ＭＳ Ｐゴシック" pitchFamily="-84" charset="-128"/>
                <a:cs typeface="Courier New"/>
              </a:rPr>
              <a:t>        wait(full); </a:t>
            </a:r>
          </a:p>
          <a:p>
            <a:pPr marL="0" indent="0" eaLnBrk="1" fontAlgn="auto" hangingPunct="1">
              <a:spcAft>
                <a:spcPts val="0"/>
              </a:spcAft>
              <a:buFont typeface="Arial" panose="020B0604020202020204" pitchFamily="34" charset="0"/>
              <a:buNone/>
              <a:defRPr/>
            </a:pPr>
            <a:r>
              <a:rPr lang="en-US" sz="1600" b="1" dirty="0">
                <a:latin typeface="Courier New"/>
                <a:ea typeface="ＭＳ Ｐゴシック" pitchFamily="-84" charset="-128"/>
                <a:cs typeface="Courier New"/>
              </a:rPr>
              <a:t>        wait(</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eaLnBrk="1" fontAlgn="auto" hangingPunct="1">
              <a:spcAft>
                <a:spcPts val="0"/>
              </a:spcAft>
              <a:buFont typeface="Arial" panose="020B0604020202020204" pitchFamily="34" charset="0"/>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remove an item from buffer to </a:t>
            </a:r>
            <a:r>
              <a:rPr lang="en-US" sz="1600" b="1" dirty="0" err="1">
                <a:latin typeface="Courier New"/>
                <a:ea typeface="ＭＳ Ｐゴシック" pitchFamily="-84" charset="-128"/>
                <a:cs typeface="Courier New"/>
              </a:rPr>
              <a:t>next_consumed</a:t>
            </a:r>
            <a:r>
              <a:rPr lang="en-US" sz="1600" b="1" dirty="0">
                <a:latin typeface="Courier New"/>
                <a:ea typeface="ＭＳ Ｐゴシック" pitchFamily="-84" charset="-128"/>
                <a:cs typeface="Courier New"/>
              </a:rPr>
              <a:t> */ </a:t>
            </a:r>
          </a:p>
          <a:p>
            <a:pPr marL="0" indent="0" eaLnBrk="1" fontAlgn="auto" hangingPunct="1">
              <a:spcAft>
                <a:spcPts val="0"/>
              </a:spcAft>
              <a:buFont typeface="Arial" panose="020B0604020202020204" pitchFamily="34" charset="0"/>
              <a:buNone/>
              <a:defRPr/>
            </a:pPr>
            <a:r>
              <a:rPr lang="en-US" sz="1600" b="1" dirty="0">
                <a:latin typeface="Courier New"/>
                <a:ea typeface="ＭＳ Ｐゴシック" pitchFamily="-84" charset="-128"/>
                <a:cs typeface="Courier New"/>
              </a:rPr>
              <a:t>           ... </a:t>
            </a:r>
          </a:p>
          <a:p>
            <a:pPr marL="0" indent="0" eaLnBrk="1" fontAlgn="auto" hangingPunct="1">
              <a:spcAft>
                <a:spcPts val="0"/>
              </a:spcAft>
              <a:buFont typeface="Arial" panose="020B0604020202020204" pitchFamily="34" charset="0"/>
              <a:buNone/>
              <a:defRPr/>
            </a:pPr>
            <a:r>
              <a:rPr lang="en-US" sz="1600" b="1" dirty="0">
                <a:latin typeface="Courier New"/>
                <a:ea typeface="ＭＳ Ｐゴシック" pitchFamily="-84" charset="-128"/>
                <a:cs typeface="Courier New"/>
              </a:rPr>
              <a:t>        signal(</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eaLnBrk="1" fontAlgn="auto" hangingPunct="1">
              <a:spcAft>
                <a:spcPts val="0"/>
              </a:spcAft>
              <a:buFont typeface="Arial" panose="020B0604020202020204" pitchFamily="34" charset="0"/>
              <a:buNone/>
              <a:defRPr/>
            </a:pPr>
            <a:r>
              <a:rPr lang="en-US" sz="1600" b="1" dirty="0">
                <a:latin typeface="Courier New"/>
                <a:ea typeface="ＭＳ Ｐゴシック" pitchFamily="-84" charset="-128"/>
                <a:cs typeface="Courier New"/>
              </a:rPr>
              <a:t>        signal(empty); </a:t>
            </a:r>
          </a:p>
          <a:p>
            <a:pPr marL="0" indent="0" eaLnBrk="1" fontAlgn="auto" hangingPunct="1">
              <a:spcAft>
                <a:spcPts val="0"/>
              </a:spcAft>
              <a:buFont typeface="Arial" panose="020B0604020202020204" pitchFamily="34" charset="0"/>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consume the item in next consumed */ </a:t>
            </a:r>
          </a:p>
          <a:p>
            <a:pPr marL="0" indent="0" eaLnBrk="1" fontAlgn="auto" hangingPunct="1">
              <a:spcAft>
                <a:spcPts val="0"/>
              </a:spcAft>
              <a:buFont typeface="Arial" panose="020B0604020202020204" pitchFamily="34" charset="0"/>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while (true); </a:t>
            </a:r>
          </a:p>
          <a:p>
            <a:pPr marL="342866" indent="-342866" eaLnBrk="1" fontAlgn="auto" hangingPunct="1">
              <a:spcAft>
                <a:spcPts val="0"/>
              </a:spcAft>
              <a:buFont typeface="Arial" panose="020B0604020202020204" pitchFamily="34" charset="0"/>
              <a:buNone/>
              <a:defRPr/>
            </a:pPr>
            <a:endParaRPr lang="en-US" sz="1600" dirty="0">
              <a:ea typeface="ＭＳ Ｐゴシック" charset="0"/>
              <a:cs typeface="ＭＳ Ｐゴシック"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4789331B-78F4-4DE2-BD80-548A92D6CB1B}"/>
              </a:ext>
            </a:extLst>
          </p:cNvPr>
          <p:cNvSpPr>
            <a:spLocks noGrp="1" noChangeArrowheads="1"/>
          </p:cNvSpPr>
          <p:nvPr>
            <p:ph type="title"/>
          </p:nvPr>
        </p:nvSpPr>
        <p:spPr>
          <a:xfrm>
            <a:off x="1026991" y="891637"/>
            <a:ext cx="7566025" cy="576263"/>
          </a:xfrm>
        </p:spPr>
        <p:txBody>
          <a:bodyPr rtlCol="0">
            <a:normAutofit fontScale="90000"/>
          </a:bodyPr>
          <a:lstStyle/>
          <a:p>
            <a:pPr eaLnBrk="1" fontAlgn="auto" hangingPunct="1">
              <a:spcAft>
                <a:spcPts val="0"/>
              </a:spcAft>
              <a:defRPr/>
            </a:pPr>
            <a:r>
              <a:rPr lang="en-US" altLang="en-US" dirty="0"/>
              <a:t>Readers-Writers Problem</a:t>
            </a:r>
          </a:p>
        </p:txBody>
      </p:sp>
      <p:sp>
        <p:nvSpPr>
          <p:cNvPr id="61443" name="Rectangle 3">
            <a:extLst>
              <a:ext uri="{FF2B5EF4-FFF2-40B4-BE49-F238E27FC236}">
                <a16:creationId xmlns:a16="http://schemas.microsoft.com/office/drawing/2014/main" id="{F5520D55-5FAA-421F-9BA1-F07BA6BD1E0B}"/>
              </a:ext>
            </a:extLst>
          </p:cNvPr>
          <p:cNvSpPr>
            <a:spLocks noGrp="1" noChangeArrowheads="1"/>
          </p:cNvSpPr>
          <p:nvPr>
            <p:ph idx="1"/>
          </p:nvPr>
        </p:nvSpPr>
        <p:spPr>
          <a:xfrm>
            <a:off x="1132401" y="2025650"/>
            <a:ext cx="7866063" cy="5005388"/>
          </a:xfrm>
        </p:spPr>
        <p:txBody>
          <a:bodyPr rtlCol="0">
            <a:normAutofit fontScale="92500" lnSpcReduction="10000"/>
          </a:bodyPr>
          <a:lstStyle/>
          <a:p>
            <a:pPr eaLnBrk="1" fontAlgn="auto" hangingPunct="1">
              <a:spcAft>
                <a:spcPts val="0"/>
              </a:spcAft>
              <a:defRPr/>
            </a:pPr>
            <a:r>
              <a:rPr lang="en-US" altLang="en-US" dirty="0"/>
              <a:t>A data set is shared among a number of concurrent processes</a:t>
            </a:r>
          </a:p>
          <a:p>
            <a:pPr lvl="1" eaLnBrk="1" fontAlgn="auto" hangingPunct="1">
              <a:spcAft>
                <a:spcPts val="0"/>
              </a:spcAft>
              <a:defRPr/>
            </a:pPr>
            <a:r>
              <a:rPr lang="en-US" altLang="en-US" dirty="0"/>
              <a:t>Readers – only read the data set; they do </a:t>
            </a:r>
            <a:r>
              <a:rPr lang="en-US" altLang="en-US" b="1" i="1" dirty="0"/>
              <a:t>not</a:t>
            </a:r>
            <a:r>
              <a:rPr lang="en-US" altLang="en-US" b="1" dirty="0"/>
              <a:t> </a:t>
            </a:r>
            <a:r>
              <a:rPr lang="en-US" altLang="en-US" dirty="0"/>
              <a:t>perform any updates</a:t>
            </a:r>
          </a:p>
          <a:p>
            <a:pPr lvl="1" eaLnBrk="1" fontAlgn="auto" hangingPunct="1">
              <a:spcAft>
                <a:spcPts val="0"/>
              </a:spcAft>
              <a:defRPr/>
            </a:pPr>
            <a:r>
              <a:rPr lang="en-US" altLang="en-US" dirty="0"/>
              <a:t>Writers   – can both read and write</a:t>
            </a:r>
          </a:p>
          <a:p>
            <a:pPr eaLnBrk="1" fontAlgn="auto" hangingPunct="1">
              <a:spcAft>
                <a:spcPts val="0"/>
              </a:spcAft>
              <a:defRPr/>
            </a:pPr>
            <a:r>
              <a:rPr lang="en-US" altLang="en-US" dirty="0"/>
              <a:t>Problem – allow multiple readers to read at the same time</a:t>
            </a:r>
          </a:p>
          <a:p>
            <a:pPr lvl="1" eaLnBrk="1" fontAlgn="auto" hangingPunct="1">
              <a:spcAft>
                <a:spcPts val="0"/>
              </a:spcAft>
              <a:defRPr/>
            </a:pPr>
            <a:r>
              <a:rPr lang="en-US" altLang="en-US" dirty="0"/>
              <a:t>Only one single writer can access the shared data at the same time</a:t>
            </a:r>
          </a:p>
          <a:p>
            <a:pPr eaLnBrk="1" fontAlgn="auto" hangingPunct="1">
              <a:spcAft>
                <a:spcPts val="0"/>
              </a:spcAft>
              <a:defRPr/>
            </a:pPr>
            <a:r>
              <a:rPr lang="en-US" altLang="en-US" dirty="0"/>
              <a:t>Several variations of how readers and writers are considered  – all involve some form of priorities</a:t>
            </a:r>
          </a:p>
          <a:p>
            <a:pPr eaLnBrk="1" fontAlgn="auto" hangingPunct="1">
              <a:spcAft>
                <a:spcPts val="0"/>
              </a:spcAft>
              <a:defRPr/>
            </a:pPr>
            <a:r>
              <a:rPr lang="en-US" altLang="en-US" dirty="0"/>
              <a:t>Shared Data</a:t>
            </a:r>
          </a:p>
          <a:p>
            <a:pPr lvl="1" eaLnBrk="1" fontAlgn="auto" hangingPunct="1">
              <a:spcAft>
                <a:spcPts val="0"/>
              </a:spcAft>
              <a:defRPr/>
            </a:pPr>
            <a:r>
              <a:rPr lang="en-US" altLang="en-US" dirty="0"/>
              <a:t>Data set</a:t>
            </a:r>
          </a:p>
          <a:p>
            <a:pPr lvl="1" eaLnBrk="1" fontAlgn="auto" hangingPunct="1">
              <a:spcAft>
                <a:spcPts val="0"/>
              </a:spcAft>
              <a:defRPr/>
            </a:pPr>
            <a:r>
              <a:rPr lang="en-US" altLang="en-US" dirty="0"/>
              <a:t>Semaphore</a:t>
            </a: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rw_mutex</a:t>
            </a:r>
            <a:r>
              <a:rPr lang="en-US" altLang="en-US" b="1" dirty="0">
                <a:solidFill>
                  <a:srgbClr val="000000"/>
                </a:solidFill>
                <a:latin typeface="Courier New" panose="02070309020205020404" pitchFamily="49" charset="0"/>
              </a:rPr>
              <a:t> </a:t>
            </a:r>
            <a:r>
              <a:rPr lang="en-US" altLang="en-US" dirty="0"/>
              <a:t>initialized to 1</a:t>
            </a:r>
          </a:p>
          <a:p>
            <a:pPr lvl="1" eaLnBrk="1" fontAlgn="auto" hangingPunct="1">
              <a:spcAft>
                <a:spcPts val="0"/>
              </a:spcAft>
              <a:defRPr/>
            </a:pPr>
            <a:r>
              <a:rPr lang="en-US" altLang="en-US" dirty="0"/>
              <a:t>Semaphore </a:t>
            </a:r>
            <a:r>
              <a:rPr lang="en-US" altLang="en-US" sz="2000" b="1" dirty="0">
                <a:solidFill>
                  <a:srgbClr val="000000"/>
                </a:solidFill>
                <a:latin typeface="Courier New" panose="02070309020205020404" pitchFamily="49" charset="0"/>
              </a:rPr>
              <a:t>mutex</a:t>
            </a:r>
            <a:r>
              <a:rPr lang="en-US" altLang="en-US" b="1" dirty="0">
                <a:solidFill>
                  <a:srgbClr val="000000"/>
                </a:solidFill>
                <a:latin typeface="Courier New" panose="02070309020205020404" pitchFamily="49" charset="0"/>
              </a:rPr>
              <a:t> </a:t>
            </a:r>
            <a:r>
              <a:rPr lang="en-US" altLang="en-US" dirty="0"/>
              <a:t>initialized to 1</a:t>
            </a:r>
          </a:p>
          <a:p>
            <a:pPr lvl="1" eaLnBrk="1" fontAlgn="auto" hangingPunct="1">
              <a:spcAft>
                <a:spcPts val="0"/>
              </a:spcAft>
              <a:defRPr/>
            </a:pPr>
            <a:r>
              <a:rPr lang="en-US" altLang="en-US" dirty="0"/>
              <a:t>Integer </a:t>
            </a:r>
            <a:r>
              <a:rPr lang="en-US" altLang="en-US" sz="2000" b="1" dirty="0" err="1">
                <a:solidFill>
                  <a:srgbClr val="000000"/>
                </a:solidFill>
                <a:latin typeface="Courier New" panose="02070309020205020404" pitchFamily="49" charset="0"/>
              </a:rPr>
              <a:t>read_count</a:t>
            </a:r>
            <a:r>
              <a:rPr lang="en-US" altLang="en-US" dirty="0"/>
              <a:t> initialized to 0</a:t>
            </a:r>
          </a:p>
          <a:p>
            <a:pPr lvl="1" eaLnBrk="1" fontAlgn="auto" hangingPunct="1">
              <a:spcAft>
                <a:spcPts val="0"/>
              </a:spcAft>
              <a:defRPr/>
            </a:pPr>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2C59B75C-5EE2-45C5-A8DC-CBE0619FA736}"/>
              </a:ext>
            </a:extLst>
          </p:cNvPr>
          <p:cNvSpPr>
            <a:spLocks noGrp="1" noChangeArrowheads="1"/>
          </p:cNvSpPr>
          <p:nvPr>
            <p:ph type="title"/>
          </p:nvPr>
        </p:nvSpPr>
        <p:spPr>
          <a:xfrm>
            <a:off x="931741" y="936088"/>
            <a:ext cx="7661275" cy="576263"/>
          </a:xfrm>
        </p:spPr>
        <p:txBody>
          <a:bodyPr rtlCol="0">
            <a:normAutofit fontScale="90000"/>
          </a:bodyPr>
          <a:lstStyle/>
          <a:p>
            <a:pPr eaLnBrk="1" fontAlgn="auto" hangingPunct="1">
              <a:spcAft>
                <a:spcPts val="0"/>
              </a:spcAft>
              <a:defRPr/>
            </a:pPr>
            <a:r>
              <a:rPr lang="en-US" altLang="en-US" dirty="0"/>
              <a:t>Readers-Writers Problem (Cont.)</a:t>
            </a:r>
          </a:p>
        </p:txBody>
      </p:sp>
      <p:sp>
        <p:nvSpPr>
          <p:cNvPr id="63491" name="Rectangle 3">
            <a:extLst>
              <a:ext uri="{FF2B5EF4-FFF2-40B4-BE49-F238E27FC236}">
                <a16:creationId xmlns:a16="http://schemas.microsoft.com/office/drawing/2014/main" id="{A200F5E7-4CC5-4865-867A-539A032CC053}"/>
              </a:ext>
            </a:extLst>
          </p:cNvPr>
          <p:cNvSpPr>
            <a:spLocks noGrp="1" noChangeArrowheads="1"/>
          </p:cNvSpPr>
          <p:nvPr>
            <p:ph idx="1"/>
          </p:nvPr>
        </p:nvSpPr>
        <p:spPr>
          <a:xfrm>
            <a:off x="1324147" y="2390872"/>
            <a:ext cx="7848600" cy="4876800"/>
          </a:xfrm>
        </p:spPr>
        <p:txBody>
          <a:bodyPr rtlCol="0">
            <a:normAutofit/>
          </a:bodyPr>
          <a:lstStyle/>
          <a:p>
            <a:pPr eaLnBrk="1" fontAlgn="auto" hangingPunct="1">
              <a:spcAft>
                <a:spcPts val="0"/>
              </a:spcAft>
              <a:defRPr/>
            </a:pPr>
            <a:r>
              <a:rPr lang="en-US" altLang="en-US" sz="1600" dirty="0"/>
              <a:t>The structure of a writer process</a:t>
            </a:r>
          </a:p>
          <a:p>
            <a:pPr eaLnBrk="1" fontAlgn="auto" hangingPunct="1">
              <a:spcAft>
                <a:spcPts val="0"/>
              </a:spcAft>
              <a:buFont typeface="Monotype Sorts" pitchFamily="-84" charset="2"/>
              <a:buNone/>
              <a:defRPr/>
            </a:pPr>
            <a:r>
              <a:rPr lang="en-US" altLang="en-US" sz="1600" dirty="0">
                <a:solidFill>
                  <a:srgbClr val="0000FF"/>
                </a:solidFill>
              </a:rPr>
              <a:t>        </a:t>
            </a:r>
          </a:p>
          <a:p>
            <a:pPr eaLnBrk="1" fontAlgn="auto" hangingPunct="1">
              <a:spcAft>
                <a:spcPts val="0"/>
              </a:spcAft>
              <a:buFont typeface="Monotype Sorts" pitchFamily="-84" charset="2"/>
              <a:buNone/>
              <a:defRPr/>
            </a:pPr>
            <a:r>
              <a:rPr lang="en-US" altLang="en-US" sz="1600" b="1" dirty="0">
                <a:latin typeface="Courier New" panose="02070309020205020404" pitchFamily="49" charset="0"/>
                <a:cs typeface="Courier New" panose="02070309020205020404" pitchFamily="49" charset="0"/>
              </a:rPr>
              <a:t>       do {</a:t>
            </a:r>
            <a:br>
              <a:rPr lang="en-US" altLang="en-US" sz="1600" b="1" dirty="0">
                <a:latin typeface="Courier New" panose="02070309020205020404" pitchFamily="49" charset="0"/>
                <a:cs typeface="Courier New" panose="02070309020205020404" pitchFamily="49" charset="0"/>
              </a:rPr>
            </a:br>
            <a:r>
              <a:rPr lang="en-US" altLang="en-US" sz="1600" b="1" dirty="0">
                <a:latin typeface="Courier New" panose="02070309020205020404" pitchFamily="49" charset="0"/>
                <a:cs typeface="Courier New" panose="02070309020205020404" pitchFamily="49" charset="0"/>
              </a:rPr>
              <a:t>          wait(</a:t>
            </a:r>
            <a:r>
              <a:rPr lang="en-US" altLang="en-US" sz="1600" b="1" dirty="0" err="1">
                <a:latin typeface="Courier New" panose="02070309020205020404" pitchFamily="49" charset="0"/>
                <a:cs typeface="Courier New" panose="02070309020205020404" pitchFamily="49" charset="0"/>
              </a:rPr>
              <a:t>rw_mutex</a:t>
            </a:r>
            <a:r>
              <a:rPr lang="en-US" altLang="en-US" sz="1600" b="1" dirty="0">
                <a:latin typeface="Courier New" panose="02070309020205020404" pitchFamily="49" charset="0"/>
                <a:cs typeface="Courier New" panose="02070309020205020404" pitchFamily="49" charset="0"/>
              </a:rPr>
              <a:t>); </a:t>
            </a:r>
          </a:p>
          <a:p>
            <a:pPr eaLnBrk="1" fontAlgn="auto" hangingPunct="1">
              <a:spcAft>
                <a:spcPts val="0"/>
              </a:spcAft>
              <a:buFont typeface="Monotype Sorts" pitchFamily="-84" charset="2"/>
              <a:buNone/>
              <a:defRPr/>
            </a:pPr>
            <a:r>
              <a:rPr lang="en-US" altLang="en-US" sz="1600" b="1" dirty="0">
                <a:latin typeface="Courier New" panose="02070309020205020404" pitchFamily="49" charset="0"/>
                <a:cs typeface="Courier New" panose="02070309020205020404" pitchFamily="49" charset="0"/>
              </a:rPr>
              <a:t>               ...</a:t>
            </a:r>
            <a:br>
              <a:rPr lang="en-US" altLang="en-US" sz="1600" b="1" dirty="0">
                <a:latin typeface="Courier New" panose="02070309020205020404" pitchFamily="49" charset="0"/>
                <a:cs typeface="Courier New" panose="02070309020205020404" pitchFamily="49" charset="0"/>
              </a:rPr>
            </a:br>
            <a:r>
              <a:rPr lang="en-US" altLang="en-US" sz="1600" b="1" dirty="0">
                <a:latin typeface="Courier New" panose="02070309020205020404" pitchFamily="49" charset="0"/>
                <a:cs typeface="Courier New" panose="02070309020205020404" pitchFamily="49" charset="0"/>
              </a:rPr>
              <a:t>          /* writing is performed */ </a:t>
            </a:r>
          </a:p>
          <a:p>
            <a:pPr eaLnBrk="1" fontAlgn="auto" hangingPunct="1">
              <a:spcAft>
                <a:spcPts val="0"/>
              </a:spcAft>
              <a:buFont typeface="Monotype Sorts" pitchFamily="-84" charset="2"/>
              <a:buNone/>
              <a:defRPr/>
            </a:pPr>
            <a:r>
              <a:rPr lang="en-US" altLang="en-US" sz="1600" b="1" dirty="0">
                <a:latin typeface="Courier New" panose="02070309020205020404" pitchFamily="49" charset="0"/>
                <a:cs typeface="Courier New" panose="02070309020205020404" pitchFamily="49" charset="0"/>
              </a:rPr>
              <a:t>               ... </a:t>
            </a:r>
          </a:p>
          <a:p>
            <a:pPr eaLnBrk="1" fontAlgn="auto" hangingPunct="1">
              <a:spcAft>
                <a:spcPts val="0"/>
              </a:spcAft>
              <a:buFont typeface="Monotype Sorts" pitchFamily="-84" charset="2"/>
              <a:buNone/>
              <a:defRPr/>
            </a:pPr>
            <a:r>
              <a:rPr lang="en-US" altLang="en-US" sz="1600" b="1" dirty="0">
                <a:latin typeface="Courier New" panose="02070309020205020404" pitchFamily="49" charset="0"/>
                <a:cs typeface="Courier New" panose="02070309020205020404" pitchFamily="49" charset="0"/>
              </a:rPr>
              <a:t>          signal(</a:t>
            </a:r>
            <a:r>
              <a:rPr lang="en-US" altLang="en-US" sz="1600" b="1" dirty="0" err="1">
                <a:latin typeface="Courier New" panose="02070309020205020404" pitchFamily="49" charset="0"/>
                <a:cs typeface="Courier New" panose="02070309020205020404" pitchFamily="49" charset="0"/>
              </a:rPr>
              <a:t>rw_mutex</a:t>
            </a:r>
            <a:r>
              <a:rPr lang="en-US" altLang="en-US" sz="1600" b="1" dirty="0">
                <a:latin typeface="Courier New" panose="02070309020205020404" pitchFamily="49" charset="0"/>
                <a:cs typeface="Courier New" panose="02070309020205020404" pitchFamily="49" charset="0"/>
              </a:rPr>
              <a:t>); </a:t>
            </a:r>
          </a:p>
          <a:p>
            <a:pPr eaLnBrk="1" fontAlgn="auto" hangingPunct="1">
              <a:spcAft>
                <a:spcPts val="0"/>
              </a:spcAft>
              <a:buFont typeface="Monotype Sorts" pitchFamily="-84" charset="2"/>
              <a:buNone/>
              <a:defRPr/>
            </a:pPr>
            <a:r>
              <a:rPr lang="en-US" altLang="en-US" sz="1600" b="1" dirty="0">
                <a:latin typeface="Courier New" panose="02070309020205020404" pitchFamily="49" charset="0"/>
                <a:cs typeface="Courier New" panose="02070309020205020404" pitchFamily="49" charset="0"/>
              </a:rPr>
              <a:t>     } while (true);</a:t>
            </a:r>
            <a:br>
              <a:rPr lang="en-US" altLang="en-US" sz="1400" b="1" dirty="0">
                <a:latin typeface="Courier New" panose="02070309020205020404" pitchFamily="49" charset="0"/>
                <a:cs typeface="Courier New" panose="02070309020205020404" pitchFamily="49" charset="0"/>
              </a:rPr>
            </a:br>
            <a:endParaRPr lang="en-US" altLang="en-US" sz="1400" b="1" dirty="0">
              <a:latin typeface="Courier New" panose="02070309020205020404" pitchFamily="49" charset="0"/>
              <a:cs typeface="Courier New" panose="02070309020205020404" pitchFamily="49" charset="0"/>
            </a:endParaRPr>
          </a:p>
          <a:p>
            <a:pPr eaLnBrk="1" fontAlgn="auto" hangingPunct="1">
              <a:spcAft>
                <a:spcPts val="0"/>
              </a:spcAft>
              <a:buFont typeface="Monotype Sorts" pitchFamily="-84" charset="2"/>
              <a:buNone/>
              <a:defRPr/>
            </a:pPr>
            <a:endParaRPr lang="en-US" altLang="en-US" dirty="0">
              <a:solidFill>
                <a:srgbClr val="0000FF"/>
              </a:solidFill>
            </a:endParaRPr>
          </a:p>
          <a:p>
            <a:pPr eaLnBrk="1" fontAlgn="auto" hangingPunct="1">
              <a:spcAft>
                <a:spcPts val="0"/>
              </a:spcAft>
              <a:buFont typeface="Monotype Sorts" pitchFamily="-84" charset="2"/>
              <a:buNone/>
              <a:defRPr/>
            </a:pPr>
            <a:endParaRPr lang="en-US" altLang="en-US" dirty="0">
              <a:solidFill>
                <a:srgbClr val="0000FF"/>
              </a:solidFill>
            </a:endParaRPr>
          </a:p>
          <a:p>
            <a:pPr eaLnBrk="1" fontAlgn="auto" hangingPunct="1">
              <a:spcAft>
                <a:spcPts val="0"/>
              </a:spcAft>
              <a:buFont typeface="Monotype Sorts" pitchFamily="-84" charset="2"/>
              <a:buNone/>
              <a:defRPr/>
            </a:pPr>
            <a:r>
              <a:rPr lang="en-US" altLang="en-US" dirty="0">
                <a:solidFill>
                  <a:srgbClr val="0000FF"/>
                </a:solidFill>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F87A3995-2129-4F0D-BD7F-9BA380BC0379}"/>
              </a:ext>
            </a:extLst>
          </p:cNvPr>
          <p:cNvSpPr>
            <a:spLocks noGrp="1" noChangeArrowheads="1"/>
          </p:cNvSpPr>
          <p:nvPr>
            <p:ph type="title"/>
          </p:nvPr>
        </p:nvSpPr>
        <p:spPr>
          <a:xfrm>
            <a:off x="800588" y="837614"/>
            <a:ext cx="7651750" cy="576263"/>
          </a:xfrm>
        </p:spPr>
        <p:txBody>
          <a:bodyPr rtlCol="0">
            <a:normAutofit fontScale="90000"/>
          </a:bodyPr>
          <a:lstStyle/>
          <a:p>
            <a:pPr eaLnBrk="1" fontAlgn="auto" hangingPunct="1">
              <a:spcAft>
                <a:spcPts val="0"/>
              </a:spcAft>
              <a:defRPr/>
            </a:pPr>
            <a:r>
              <a:rPr lang="en-US" altLang="en-US" dirty="0"/>
              <a:t>Readers-Writers Problem (Cont.)</a:t>
            </a:r>
          </a:p>
        </p:txBody>
      </p:sp>
      <p:sp>
        <p:nvSpPr>
          <p:cNvPr id="65539" name="Rectangle 3">
            <a:extLst>
              <a:ext uri="{FF2B5EF4-FFF2-40B4-BE49-F238E27FC236}">
                <a16:creationId xmlns:a16="http://schemas.microsoft.com/office/drawing/2014/main" id="{227B6DC8-3422-4EAE-8E00-264B1296CD4E}"/>
              </a:ext>
            </a:extLst>
          </p:cNvPr>
          <p:cNvSpPr>
            <a:spLocks noGrp="1" noChangeArrowheads="1"/>
          </p:cNvSpPr>
          <p:nvPr>
            <p:ph idx="1"/>
          </p:nvPr>
        </p:nvSpPr>
        <p:spPr>
          <a:xfrm>
            <a:off x="958606" y="2229876"/>
            <a:ext cx="7747000" cy="5065713"/>
          </a:xfrm>
        </p:spPr>
        <p:txBody>
          <a:bodyPr rtlCol="0">
            <a:normAutofit fontScale="92500" lnSpcReduction="20000"/>
          </a:bodyPr>
          <a:lstStyle/>
          <a:p>
            <a:pPr eaLnBrk="1" fontAlgn="auto" hangingPunct="1">
              <a:lnSpc>
                <a:spcPct val="80000"/>
              </a:lnSpc>
              <a:spcAft>
                <a:spcPts val="0"/>
              </a:spcAft>
              <a:defRPr/>
            </a:pPr>
            <a:r>
              <a:rPr lang="en-US" altLang="en-US"/>
              <a:t>The structure of a reader process</a:t>
            </a:r>
            <a:endParaRPr lang="en-US" altLang="en-US" sz="1600">
              <a:solidFill>
                <a:srgbClr val="0000FF"/>
              </a:solidFill>
            </a:endParaRP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do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wait(mutex);</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read_count++;</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if (read_count == 1) </a:t>
            </a: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wait(rw_mutex); </a:t>
            </a: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signal(mutex); </a:t>
            </a: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 reading is performed */ </a:t>
            </a: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 </a:t>
            </a: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wait(mutex);</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read count--;</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if (read_count == 0) </a:t>
            </a: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signal(rw_mutex); </a:t>
            </a: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signal(mutex); </a:t>
            </a:r>
          </a:p>
          <a:p>
            <a:pPr eaLnBrk="1" fontAlgn="auto" hangingPunct="1">
              <a:spcAft>
                <a:spcPts val="0"/>
              </a:spcAft>
              <a:buFont typeface="Monotype Sorts" pitchFamily="-84" charset="2"/>
              <a:buNone/>
              <a:defRPr/>
            </a:pPr>
            <a:r>
              <a:rPr lang="en-US" altLang="en-US" sz="1600" b="1">
                <a:latin typeface="Courier New" panose="02070309020205020404" pitchFamily="49" charset="0"/>
                <a:cs typeface="Courier New" panose="02070309020205020404" pitchFamily="49" charset="0"/>
              </a:rPr>
              <a:t>       } while (true);</a:t>
            </a:r>
            <a:br>
              <a:rPr lang="en-US" altLang="en-US" sz="1400" b="1">
                <a:latin typeface="Courier New" panose="02070309020205020404" pitchFamily="49" charset="0"/>
                <a:cs typeface="Courier New" panose="02070309020205020404" pitchFamily="49" charset="0"/>
              </a:rPr>
            </a:br>
            <a:endParaRPr lang="en-US" altLang="en-US" sz="1400" b="1">
              <a:latin typeface="Courier New" panose="02070309020205020404" pitchFamily="49" charset="0"/>
              <a:cs typeface="Courier New" panose="02070309020205020404" pitchFamily="49" charset="0"/>
            </a:endParaRPr>
          </a:p>
          <a:p>
            <a:pPr eaLnBrk="1" fontAlgn="auto" hangingPunct="1">
              <a:lnSpc>
                <a:spcPct val="80000"/>
              </a:lnSpc>
              <a:spcAft>
                <a:spcPts val="0"/>
              </a:spcAft>
              <a:buFont typeface="Monotype Sorts" pitchFamily="-84" charset="2"/>
              <a:buNone/>
              <a:defRPr/>
            </a:pPr>
            <a:endParaRPr lang="en-US" altLang="en-US" sz="1600">
              <a:solidFill>
                <a:srgbClr val="0000FF"/>
              </a:solidFill>
            </a:endParaRPr>
          </a:p>
          <a:p>
            <a:pPr eaLnBrk="1" fontAlgn="auto" hangingPunct="1">
              <a:lnSpc>
                <a:spcPct val="80000"/>
              </a:lnSpc>
              <a:spcAft>
                <a:spcPts val="0"/>
              </a:spcAft>
              <a:buFont typeface="Monotype Sorts" pitchFamily="-84" charset="2"/>
              <a:buNone/>
              <a:defRPr/>
            </a:pPr>
            <a:endParaRPr lang="en-US" altLang="en-US" sz="1600">
              <a:solidFill>
                <a:srgbClr val="0000FF"/>
              </a:solidFill>
            </a:endParaRPr>
          </a:p>
          <a:p>
            <a:pPr eaLnBrk="1" fontAlgn="auto" hangingPunct="1">
              <a:lnSpc>
                <a:spcPct val="80000"/>
              </a:lnSpc>
              <a:spcAft>
                <a:spcPts val="0"/>
              </a:spcAft>
              <a:buFont typeface="Monotype Sorts" pitchFamily="-84" charset="2"/>
              <a:buNone/>
              <a:defRPr/>
            </a:pPr>
            <a:r>
              <a:rPr lang="en-US" altLang="en-US" sz="1600">
                <a:solidFill>
                  <a:srgbClr val="0000FF"/>
                </a:solidFill>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30A2D65-005F-4D70-8650-3F85988047E6}"/>
              </a:ext>
            </a:extLst>
          </p:cNvPr>
          <p:cNvSpPr>
            <a:spLocks noGrp="1" noChangeArrowheads="1"/>
          </p:cNvSpPr>
          <p:nvPr>
            <p:ph type="title"/>
          </p:nvPr>
        </p:nvSpPr>
        <p:spPr>
          <a:xfrm>
            <a:off x="1175434" y="977632"/>
            <a:ext cx="7670800" cy="576262"/>
          </a:xfrm>
        </p:spPr>
        <p:txBody>
          <a:bodyPr rtlCol="0">
            <a:normAutofit fontScale="90000"/>
          </a:bodyPr>
          <a:lstStyle/>
          <a:p>
            <a:pPr eaLnBrk="1" fontAlgn="auto" hangingPunct="1">
              <a:spcAft>
                <a:spcPts val="0"/>
              </a:spcAft>
              <a:defRPr/>
            </a:pPr>
            <a:r>
              <a:rPr lang="en-US" altLang="en-US"/>
              <a:t>Dining-Philosophers Problem</a:t>
            </a:r>
          </a:p>
        </p:txBody>
      </p:sp>
      <p:sp>
        <p:nvSpPr>
          <p:cNvPr id="86019" name="Rectangle 3">
            <a:extLst>
              <a:ext uri="{FF2B5EF4-FFF2-40B4-BE49-F238E27FC236}">
                <a16:creationId xmlns:a16="http://schemas.microsoft.com/office/drawing/2014/main" id="{8261A270-C4D8-4FCB-88B3-D593B6308489}"/>
              </a:ext>
            </a:extLst>
          </p:cNvPr>
          <p:cNvSpPr>
            <a:spLocks noGrp="1"/>
          </p:cNvSpPr>
          <p:nvPr>
            <p:ph idx="1"/>
          </p:nvPr>
        </p:nvSpPr>
        <p:spPr>
          <a:xfrm>
            <a:off x="1003716" y="3710355"/>
            <a:ext cx="10447386" cy="2765425"/>
          </a:xfrm>
        </p:spPr>
        <p:txBody>
          <a:bodyPr>
            <a:normAutofit lnSpcReduction="10000"/>
          </a:bodyPr>
          <a:lstStyle/>
          <a:p>
            <a:pPr eaLnBrk="1" hangingPunct="1">
              <a:tabLst>
                <a:tab pos="1365250" algn="l"/>
                <a:tab pos="1538288" algn="l"/>
              </a:tabLst>
            </a:pPr>
            <a:r>
              <a:rPr lang="en-US" altLang="en-US" sz="2000" dirty="0"/>
              <a:t>Philosophers spend their lives alternating thinking and eating</a:t>
            </a:r>
          </a:p>
          <a:p>
            <a:pPr eaLnBrk="1" hangingPunct="1">
              <a:tabLst>
                <a:tab pos="1365250" algn="l"/>
                <a:tab pos="1538288" algn="l"/>
              </a:tabLst>
            </a:pPr>
            <a:r>
              <a:rPr lang="en-US" altLang="en-US" sz="2000" dirty="0"/>
              <a:t>Don’</a:t>
            </a:r>
            <a:r>
              <a:rPr lang="en-US" altLang="ja-JP" sz="2000" dirty="0"/>
              <a:t>t interact with their neighbors, occasionally try to pick up 2 chopsticks (one at a time) to eat from bowl</a:t>
            </a:r>
          </a:p>
          <a:p>
            <a:pPr lvl="1" eaLnBrk="1" hangingPunct="1">
              <a:tabLst>
                <a:tab pos="1365250" algn="l"/>
                <a:tab pos="1538288" algn="l"/>
              </a:tabLst>
            </a:pPr>
            <a:r>
              <a:rPr lang="en-US" altLang="en-US" dirty="0"/>
              <a:t>Need both to eat, then release both when done</a:t>
            </a:r>
          </a:p>
          <a:p>
            <a:pPr eaLnBrk="1" hangingPunct="1">
              <a:tabLst>
                <a:tab pos="1365250" algn="l"/>
                <a:tab pos="1538288" algn="l"/>
              </a:tabLst>
            </a:pPr>
            <a:r>
              <a:rPr lang="en-US" altLang="en-US" sz="2000" dirty="0"/>
              <a:t>In the case of 5 philosophers</a:t>
            </a:r>
          </a:p>
          <a:p>
            <a:pPr lvl="1" eaLnBrk="1" hangingPunct="1">
              <a:tabLst>
                <a:tab pos="1365250" algn="l"/>
                <a:tab pos="1538288" algn="l"/>
              </a:tabLst>
            </a:pPr>
            <a:r>
              <a:rPr lang="en-US" altLang="en-US" dirty="0"/>
              <a:t>Shared data </a:t>
            </a:r>
          </a:p>
          <a:p>
            <a:pPr lvl="2" eaLnBrk="1" hangingPunct="1">
              <a:tabLst>
                <a:tab pos="1365250" algn="l"/>
                <a:tab pos="1538288" algn="l"/>
              </a:tabLst>
            </a:pPr>
            <a:r>
              <a:rPr lang="en-US" altLang="en-US" sz="2000" dirty="0"/>
              <a:t>Bowl of rice (data set)</a:t>
            </a:r>
          </a:p>
          <a:p>
            <a:pPr lvl="2" eaLnBrk="1" hangingPunct="1">
              <a:tabLst>
                <a:tab pos="1365250" algn="l"/>
                <a:tab pos="1538288" algn="l"/>
              </a:tabLst>
            </a:pPr>
            <a:r>
              <a:rPr lang="en-US" altLang="en-US" sz="2000" dirty="0"/>
              <a:t>Semaphore </a:t>
            </a:r>
            <a:r>
              <a:rPr lang="en-US" altLang="en-US" sz="2000" dirty="0">
                <a:solidFill>
                  <a:srgbClr val="FF0000"/>
                </a:solidFill>
              </a:rPr>
              <a:t>chopstick [5]</a:t>
            </a:r>
            <a:r>
              <a:rPr lang="en-US" altLang="en-US" sz="2000" dirty="0"/>
              <a:t> initialized to 1</a:t>
            </a:r>
          </a:p>
        </p:txBody>
      </p:sp>
      <p:pic>
        <p:nvPicPr>
          <p:cNvPr id="86020" name="Picture 5" descr="6">
            <a:extLst>
              <a:ext uri="{FF2B5EF4-FFF2-40B4-BE49-F238E27FC236}">
                <a16:creationId xmlns:a16="http://schemas.microsoft.com/office/drawing/2014/main" id="{1C4C0874-5FFE-4FC8-8AE7-387A45AC6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3788" y="1712546"/>
            <a:ext cx="2208212"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1C9BFC66-74E4-4FB6-B36F-C5E492BDE5B2}"/>
              </a:ext>
            </a:extLst>
          </p:cNvPr>
          <p:cNvSpPr>
            <a:spLocks noGrp="1" noChangeArrowheads="1"/>
          </p:cNvSpPr>
          <p:nvPr>
            <p:ph type="title"/>
          </p:nvPr>
        </p:nvSpPr>
        <p:spPr>
          <a:xfrm>
            <a:off x="816073" y="879817"/>
            <a:ext cx="7762875" cy="576263"/>
          </a:xfrm>
        </p:spPr>
        <p:txBody>
          <a:bodyPr rtlCol="0">
            <a:normAutofit fontScale="90000"/>
          </a:bodyPr>
          <a:lstStyle/>
          <a:p>
            <a:pPr eaLnBrk="1" fontAlgn="auto" hangingPunct="1">
              <a:spcAft>
                <a:spcPts val="0"/>
              </a:spcAft>
              <a:defRPr/>
            </a:pPr>
            <a:r>
              <a:rPr lang="en-US" altLang="en-US" dirty="0"/>
              <a:t>Problems with Semaphores</a:t>
            </a:r>
          </a:p>
        </p:txBody>
      </p:sp>
      <p:sp>
        <p:nvSpPr>
          <p:cNvPr id="73731" name="Rectangle 3">
            <a:extLst>
              <a:ext uri="{FF2B5EF4-FFF2-40B4-BE49-F238E27FC236}">
                <a16:creationId xmlns:a16="http://schemas.microsoft.com/office/drawing/2014/main" id="{1B804F84-C6A4-45F9-98A5-CAB463C3841E}"/>
              </a:ext>
            </a:extLst>
          </p:cNvPr>
          <p:cNvSpPr>
            <a:spLocks noGrp="1" noChangeArrowheads="1"/>
          </p:cNvSpPr>
          <p:nvPr>
            <p:ph idx="1"/>
          </p:nvPr>
        </p:nvSpPr>
        <p:spPr>
          <a:xfrm>
            <a:off x="1267876" y="2211167"/>
            <a:ext cx="9268826" cy="4860925"/>
          </a:xfrm>
        </p:spPr>
        <p:txBody>
          <a:bodyPr rtlCol="0">
            <a:normAutofit/>
          </a:bodyPr>
          <a:lstStyle/>
          <a:p>
            <a:pPr eaLnBrk="1" fontAlgn="auto" hangingPunct="1">
              <a:spcAft>
                <a:spcPts val="0"/>
              </a:spcAft>
              <a:defRPr/>
            </a:pPr>
            <a:r>
              <a:rPr lang="en-US" altLang="en-US" dirty="0"/>
              <a:t> Incorrect use of semaphore operations:</a:t>
            </a:r>
            <a:br>
              <a:rPr lang="en-US" altLang="en-US" dirty="0"/>
            </a:br>
            <a:endParaRPr lang="en-US" altLang="en-US" dirty="0"/>
          </a:p>
          <a:p>
            <a:pPr lvl="1" eaLnBrk="1" fontAlgn="auto" hangingPunct="1">
              <a:spcAft>
                <a:spcPts val="0"/>
              </a:spcAft>
              <a:defRPr/>
            </a:pPr>
            <a:r>
              <a:rPr lang="en-US" altLang="en-US" dirty="0"/>
              <a:t> signal (mutex)  ….  wait (mutex)</a:t>
            </a:r>
            <a:br>
              <a:rPr lang="en-US" altLang="en-US" dirty="0"/>
            </a:br>
            <a:endParaRPr lang="en-US" altLang="en-US" dirty="0"/>
          </a:p>
          <a:p>
            <a:pPr lvl="1" eaLnBrk="1" fontAlgn="auto" hangingPunct="1">
              <a:spcAft>
                <a:spcPts val="0"/>
              </a:spcAft>
              <a:defRPr/>
            </a:pPr>
            <a:r>
              <a:rPr lang="en-US" altLang="en-US" dirty="0"/>
              <a:t> wait (mutex)  …  wait (mutex)</a:t>
            </a:r>
          </a:p>
          <a:p>
            <a:pPr lvl="1" eaLnBrk="1" fontAlgn="auto" hangingPunct="1">
              <a:spcAft>
                <a:spcPts val="0"/>
              </a:spcAft>
              <a:defRPr/>
            </a:pPr>
            <a:endParaRPr lang="en-US" altLang="en-US" dirty="0"/>
          </a:p>
          <a:p>
            <a:pPr lvl="1" eaLnBrk="1" fontAlgn="auto" hangingPunct="1">
              <a:spcAft>
                <a:spcPts val="0"/>
              </a:spcAft>
              <a:defRPr/>
            </a:pPr>
            <a:r>
              <a:rPr lang="en-US" altLang="en-US" dirty="0"/>
              <a:t> Omitting  of wait (mutex) or signal (mutex) (or both)</a:t>
            </a:r>
          </a:p>
          <a:p>
            <a:pPr lvl="1" eaLnBrk="1" fontAlgn="auto" hangingPunct="1">
              <a:spcAft>
                <a:spcPts val="0"/>
              </a:spcAft>
              <a:defRPr/>
            </a:pPr>
            <a:endParaRPr lang="en-US" altLang="en-US" dirty="0"/>
          </a:p>
          <a:p>
            <a:pPr eaLnBrk="1" fontAlgn="auto" hangingPunct="1">
              <a:spcAft>
                <a:spcPts val="0"/>
              </a:spcAft>
              <a:defRPr/>
            </a:pPr>
            <a:r>
              <a:rPr lang="en-US" altLang="en-US" dirty="0"/>
              <a:t>Deadlock and starvation are possible.</a:t>
            </a:r>
          </a:p>
          <a:p>
            <a:pPr eaLnBrk="1" fontAlgn="auto" hangingPunct="1">
              <a:spcAft>
                <a:spcPts val="0"/>
              </a:spcAft>
              <a:defRPr/>
            </a:pPr>
            <a:endParaRPr lang="en-US" altLang="en-US" dirty="0"/>
          </a:p>
          <a:p>
            <a:pPr eaLnBrk="1" fontAlgn="auto" hangingPunct="1">
              <a:spcAft>
                <a:spcPts val="0"/>
              </a:spcAft>
              <a:defRPr/>
            </a:pPr>
            <a:endParaRPr lang="en-US" altLang="en-US" dirty="0"/>
          </a:p>
          <a:p>
            <a:pPr eaLnBrk="1" fontAlgn="auto" hangingPunct="1">
              <a:spcAft>
                <a:spcPts val="0"/>
              </a:spcAft>
              <a:defRPr/>
            </a:pP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05B7D12-3660-48D8-BFD8-87EE9D6B9ADA}"/>
              </a:ext>
            </a:extLst>
          </p:cNvPr>
          <p:cNvSpPr>
            <a:spLocks noGrp="1" noChangeArrowheads="1"/>
          </p:cNvSpPr>
          <p:nvPr>
            <p:ph type="title"/>
          </p:nvPr>
        </p:nvSpPr>
        <p:spPr>
          <a:xfrm>
            <a:off x="869852" y="1006207"/>
            <a:ext cx="8229600" cy="576262"/>
          </a:xfrm>
        </p:spPr>
        <p:txBody>
          <a:bodyPr rtlCol="0">
            <a:normAutofit fontScale="90000"/>
          </a:bodyPr>
          <a:lstStyle/>
          <a:p>
            <a:pPr eaLnBrk="1" fontAlgn="auto" hangingPunct="1">
              <a:spcAft>
                <a:spcPts val="0"/>
              </a:spcAft>
              <a:defRPr/>
            </a:pPr>
            <a:r>
              <a:rPr lang="en-US" altLang="en-US" dirty="0"/>
              <a:t>Monitors</a:t>
            </a:r>
          </a:p>
        </p:txBody>
      </p:sp>
      <p:sp>
        <p:nvSpPr>
          <p:cNvPr id="94211" name="Rectangle 3">
            <a:extLst>
              <a:ext uri="{FF2B5EF4-FFF2-40B4-BE49-F238E27FC236}">
                <a16:creationId xmlns:a16="http://schemas.microsoft.com/office/drawing/2014/main" id="{9F7BFAF2-36A2-496A-9517-701A5EFDA199}"/>
              </a:ext>
            </a:extLst>
          </p:cNvPr>
          <p:cNvSpPr>
            <a:spLocks noGrp="1"/>
          </p:cNvSpPr>
          <p:nvPr>
            <p:ph idx="1"/>
          </p:nvPr>
        </p:nvSpPr>
        <p:spPr>
          <a:xfrm>
            <a:off x="1282382" y="2152210"/>
            <a:ext cx="10140583" cy="4860925"/>
          </a:xfrm>
        </p:spPr>
        <p:txBody>
          <a:bodyPr>
            <a:normAutofit/>
          </a:bodyPr>
          <a:lstStyle/>
          <a:p>
            <a:pPr eaLnBrk="1" hangingPunct="1">
              <a:lnSpc>
                <a:spcPct val="80000"/>
              </a:lnSpc>
            </a:pPr>
            <a:r>
              <a:rPr lang="en-US" altLang="en-US" sz="1800" dirty="0"/>
              <a:t>A high-level abstraction that provides a convenient and effective mechanism for process synchronization</a:t>
            </a:r>
          </a:p>
          <a:p>
            <a:pPr eaLnBrk="1" hangingPunct="1">
              <a:lnSpc>
                <a:spcPct val="80000"/>
              </a:lnSpc>
            </a:pPr>
            <a:r>
              <a:rPr lang="en-US" altLang="en-US" sz="1800" i="1" dirty="0"/>
              <a:t>Abstract data type</a:t>
            </a:r>
            <a:r>
              <a:rPr lang="en-US" altLang="en-US" sz="1800" dirty="0"/>
              <a:t>, internal variables only accessible by code within the procedure</a:t>
            </a:r>
          </a:p>
          <a:p>
            <a:pPr eaLnBrk="1" hangingPunct="1">
              <a:lnSpc>
                <a:spcPct val="80000"/>
              </a:lnSpc>
            </a:pPr>
            <a:r>
              <a:rPr lang="en-US" altLang="en-US" sz="1800" dirty="0"/>
              <a:t>Only one process may be active within the monitor at a time</a:t>
            </a:r>
          </a:p>
          <a:p>
            <a:pPr eaLnBrk="1" hangingPunct="1">
              <a:lnSpc>
                <a:spcPct val="80000"/>
              </a:lnSpc>
            </a:pPr>
            <a:r>
              <a:rPr lang="en-US" altLang="en-US" sz="1800" dirty="0"/>
              <a:t>But not powerful enough to model some synchronization schemes</a:t>
            </a:r>
          </a:p>
          <a:p>
            <a:pPr lvl="2" eaLnBrk="1" hangingPunct="1">
              <a:lnSpc>
                <a:spcPct val="80000"/>
              </a:lnSpc>
              <a:buFont typeface="Webdings" panose="05030102010509060703" pitchFamily="18" charset="2"/>
              <a:buNone/>
            </a:pPr>
            <a:endParaRPr lang="en-US" altLang="en-US" sz="1600" dirty="0">
              <a:solidFill>
                <a:srgbClr val="0000FF"/>
              </a:solidFill>
            </a:endParaRPr>
          </a:p>
          <a:p>
            <a:pPr lvl="2" eaLnBrk="1" hangingPunct="1">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monitor monitor-name</a:t>
            </a:r>
          </a:p>
          <a:p>
            <a:pPr lvl="2" eaLnBrk="1" hangingPunct="1">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a:t>
            </a:r>
          </a:p>
          <a:p>
            <a:pPr lvl="2" eaLnBrk="1" hangingPunct="1">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 shared variable declarations</a:t>
            </a:r>
          </a:p>
          <a:p>
            <a:pPr lvl="2" eaLnBrk="1" hangingPunct="1">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procedure P1 (…) { …. }</a:t>
            </a:r>
          </a:p>
          <a:p>
            <a:pPr lvl="2" eaLnBrk="1" hangingPunct="1">
              <a:lnSpc>
                <a:spcPct val="80000"/>
              </a:lnSpc>
              <a:buFont typeface="Webdings" panose="05030102010509060703" pitchFamily="18" charset="2"/>
              <a:buNone/>
            </a:pPr>
            <a:endParaRPr lang="en-US" altLang="en-US" b="1" dirty="0">
              <a:solidFill>
                <a:srgbClr val="000000"/>
              </a:solidFill>
              <a:latin typeface="Courier New" panose="02070309020205020404" pitchFamily="49" charset="0"/>
            </a:endParaRPr>
          </a:p>
          <a:p>
            <a:pPr lvl="2" eaLnBrk="1" hangingPunct="1">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procedure </a:t>
            </a:r>
            <a:r>
              <a:rPr lang="en-US" altLang="en-US" b="1" dirty="0" err="1">
                <a:solidFill>
                  <a:srgbClr val="000000"/>
                </a:solidFill>
                <a:latin typeface="Courier New" panose="02070309020205020404" pitchFamily="49" charset="0"/>
              </a:rPr>
              <a:t>Pn</a:t>
            </a:r>
            <a:r>
              <a:rPr lang="en-US" altLang="en-US" b="1" dirty="0">
                <a:solidFill>
                  <a:srgbClr val="000000"/>
                </a:solidFill>
                <a:latin typeface="Courier New" panose="02070309020205020404" pitchFamily="49" charset="0"/>
              </a:rPr>
              <a:t> (…) {……}</a:t>
            </a:r>
          </a:p>
          <a:p>
            <a:pPr lvl="2" eaLnBrk="1" hangingPunct="1">
              <a:lnSpc>
                <a:spcPct val="80000"/>
              </a:lnSpc>
              <a:buFont typeface="Webdings" panose="05030102010509060703" pitchFamily="18" charset="2"/>
              <a:buNone/>
            </a:pPr>
            <a:endParaRPr lang="en-US" altLang="en-US" b="1" dirty="0">
              <a:solidFill>
                <a:srgbClr val="000000"/>
              </a:solidFill>
              <a:latin typeface="Courier New" panose="02070309020205020404" pitchFamily="49" charset="0"/>
            </a:endParaRPr>
          </a:p>
          <a:p>
            <a:pPr lvl="2" eaLnBrk="1" hangingPunct="1">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Initialization code (…) { … }</a:t>
            </a:r>
          </a:p>
          <a:p>
            <a:pPr lvl="2" eaLnBrk="1" hangingPunct="1">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	}</a:t>
            </a:r>
          </a:p>
          <a:p>
            <a:pPr lvl="2" eaLnBrk="1" hangingPunct="1">
              <a:lnSpc>
                <a:spcPct val="80000"/>
              </a:lnSpc>
              <a:buFont typeface="Webdings" panose="05030102010509060703" pitchFamily="18" charset="2"/>
              <a:buNone/>
            </a:pPr>
            <a:r>
              <a:rPr lang="en-US" altLang="en-US" b="1" dirty="0">
                <a:solidFill>
                  <a:srgbClr val="000000"/>
                </a:solidFill>
                <a:latin typeface="Courier New" panose="02070309020205020404" pitchFamily="49" charset="0"/>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83D2207-C55B-479D-B5D6-2F4602FE8E4A}"/>
              </a:ext>
            </a:extLst>
          </p:cNvPr>
          <p:cNvSpPr>
            <a:spLocks noGrp="1" noChangeArrowheads="1"/>
          </p:cNvSpPr>
          <p:nvPr>
            <p:ph type="title"/>
          </p:nvPr>
        </p:nvSpPr>
        <p:spPr>
          <a:xfrm>
            <a:off x="1030116" y="1062477"/>
            <a:ext cx="7464425" cy="576262"/>
          </a:xfrm>
        </p:spPr>
        <p:txBody>
          <a:bodyPr rtlCol="0">
            <a:normAutofit fontScale="90000"/>
          </a:bodyPr>
          <a:lstStyle/>
          <a:p>
            <a:pPr eaLnBrk="1" fontAlgn="auto" hangingPunct="1">
              <a:spcAft>
                <a:spcPts val="0"/>
              </a:spcAft>
              <a:defRPr/>
            </a:pPr>
            <a:r>
              <a:rPr lang="en-US" altLang="en-US" dirty="0"/>
              <a:t>Schematic view of a Monitor</a:t>
            </a:r>
          </a:p>
        </p:txBody>
      </p:sp>
      <p:pic>
        <p:nvPicPr>
          <p:cNvPr id="96259" name="Picture 4" descr="6">
            <a:extLst>
              <a:ext uri="{FF2B5EF4-FFF2-40B4-BE49-F238E27FC236}">
                <a16:creationId xmlns:a16="http://schemas.microsoft.com/office/drawing/2014/main" id="{B2C4825A-BC32-4845-B26F-CD17BCE32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5" y="1998662"/>
            <a:ext cx="4926013"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4C25074E-6F4F-43AA-819E-D057E3D337A2}"/>
              </a:ext>
            </a:extLst>
          </p:cNvPr>
          <p:cNvSpPr>
            <a:spLocks noGrp="1" noChangeArrowheads="1"/>
          </p:cNvSpPr>
          <p:nvPr>
            <p:ph type="title"/>
          </p:nvPr>
        </p:nvSpPr>
        <p:spPr>
          <a:xfrm>
            <a:off x="479376" y="897731"/>
            <a:ext cx="7847013" cy="576262"/>
          </a:xfrm>
        </p:spPr>
        <p:txBody>
          <a:bodyPr rtlCol="0">
            <a:normAutofit fontScale="90000"/>
          </a:bodyPr>
          <a:lstStyle/>
          <a:p>
            <a:pPr eaLnBrk="1" fontAlgn="auto" hangingPunct="1">
              <a:spcAft>
                <a:spcPts val="0"/>
              </a:spcAft>
              <a:defRPr/>
            </a:pPr>
            <a:r>
              <a:rPr lang="en-US" altLang="en-US" dirty="0"/>
              <a:t> Monitor with Condition Variables</a:t>
            </a:r>
          </a:p>
        </p:txBody>
      </p:sp>
      <p:pic>
        <p:nvPicPr>
          <p:cNvPr id="98307" name="Picture 4" descr="6">
            <a:extLst>
              <a:ext uri="{FF2B5EF4-FFF2-40B4-BE49-F238E27FC236}">
                <a16:creationId xmlns:a16="http://schemas.microsoft.com/office/drawing/2014/main" id="{A87EE29B-5AD9-4AFC-928E-C4265AB64F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4446" y="1858548"/>
            <a:ext cx="6291263"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lgn="ctr">
              <a:buNone/>
            </a:pPr>
            <a:r>
              <a:rPr lang="en-US" sz="6000" dirty="0">
                <a:latin typeface="Garamond" panose="02020404030301010803" pitchFamily="18" charset="0"/>
              </a:rPr>
              <a:t>End of </a:t>
            </a:r>
            <a:r>
              <a:rPr lang="en-US" sz="6000">
                <a:latin typeface="Garamond" panose="02020404030301010803" pitchFamily="18" charset="0"/>
              </a:rPr>
              <a:t>Lecture 9</a:t>
            </a:r>
            <a:endParaRPr lang="en-US" sz="6000" dirty="0">
              <a:latin typeface="Garamond" panose="02020404030301010803" pitchFamily="18" charset="0"/>
            </a:endParaRPr>
          </a:p>
        </p:txBody>
      </p:sp>
    </p:spTree>
    <p:extLst>
      <p:ext uri="{BB962C8B-B14F-4D97-AF65-F5344CB8AC3E}">
        <p14:creationId xmlns:p14="http://schemas.microsoft.com/office/powerpoint/2010/main" val="2045860019"/>
      </p:ext>
    </p:extLst>
  </p:cSld>
  <p:clrMapOvr>
    <a:masterClrMapping/>
  </p:clrMapOvr>
</p:sld>
</file>

<file path=ppt/theme/theme1.xml><?xml version="1.0" encoding="utf-8"?>
<a:theme xmlns:a="http://schemas.openxmlformats.org/drawingml/2006/main" name="Presentation3">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55DFB19D-8CD7-374E-93C3-3427CC06C4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812AAC09-44D3-5540-A76F-F76F8887BB39}"/>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D494B3FE-53B0-E440-9A9B-ABF54A0C63FE}"/>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ABB46C2A-DBBF-2F44-9DD8-9AA6E3D75EB1}"/>
    </a:ext>
  </a:extLst>
</a:theme>
</file>

<file path=ppt/theme/theme5.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3B148348-D753-0A4F-BC14-61EDA13F40B8}"/>
    </a:ext>
  </a:extLst>
</a:theme>
</file>

<file path=ppt/theme/theme6.xml><?xml version="1.0" encoding="utf-8"?>
<a:theme xmlns:a="http://schemas.openxmlformats.org/drawingml/2006/main" name="Berli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Presentation3</Template>
  <TotalTime>1434</TotalTime>
  <Words>2906</Words>
  <Application>Microsoft Office PowerPoint</Application>
  <PresentationFormat>Widescreen</PresentationFormat>
  <Paragraphs>383</Paragraphs>
  <Slides>35</Slides>
  <Notes>31</Notes>
  <HiddenSlides>0</HiddenSlides>
  <MMClips>0</MMClips>
  <ScaleCrop>false</ScaleCrop>
  <HeadingPairs>
    <vt:vector size="6" baseType="variant">
      <vt:variant>
        <vt:lpstr>Fonts Used</vt:lpstr>
      </vt:variant>
      <vt:variant>
        <vt:i4>14</vt:i4>
      </vt:variant>
      <vt:variant>
        <vt:lpstr>Theme</vt:lpstr>
      </vt:variant>
      <vt:variant>
        <vt:i4>6</vt:i4>
      </vt:variant>
      <vt:variant>
        <vt:lpstr>Slide Titles</vt:lpstr>
      </vt:variant>
      <vt:variant>
        <vt:i4>35</vt:i4>
      </vt:variant>
    </vt:vector>
  </HeadingPairs>
  <TitlesOfParts>
    <vt:vector size="55" baseType="lpstr">
      <vt:lpstr>ＭＳ Ｐゴシック</vt:lpstr>
      <vt:lpstr>Arial</vt:lpstr>
      <vt:lpstr>Calibri</vt:lpstr>
      <vt:lpstr>Calibri Light</vt:lpstr>
      <vt:lpstr>Courier</vt:lpstr>
      <vt:lpstr>Courier New</vt:lpstr>
      <vt:lpstr>Garamond</vt:lpstr>
      <vt:lpstr>Helvetica</vt:lpstr>
      <vt:lpstr>Monotype Sorts</vt:lpstr>
      <vt:lpstr>MT Extra</vt:lpstr>
      <vt:lpstr>Times New Roman</vt:lpstr>
      <vt:lpstr>Trebuchet MS</vt:lpstr>
      <vt:lpstr>Webdings</vt:lpstr>
      <vt:lpstr>Wingdings</vt:lpstr>
      <vt:lpstr>Presentation3</vt:lpstr>
      <vt:lpstr>Custom Design</vt:lpstr>
      <vt:lpstr>1_Custom Design</vt:lpstr>
      <vt:lpstr>2_Custom Design</vt:lpstr>
      <vt:lpstr>3_Custom Design</vt:lpstr>
      <vt:lpstr>Berlin</vt:lpstr>
      <vt:lpstr>IT2060  Operating Systems and System Administration  </vt:lpstr>
      <vt:lpstr>Process Synchronization</vt:lpstr>
      <vt:lpstr>Background</vt:lpstr>
      <vt:lpstr>Producer </vt:lpstr>
      <vt:lpstr>Consumer</vt:lpstr>
      <vt:lpstr>Race Condition</vt:lpstr>
      <vt:lpstr>Race condition</vt:lpstr>
      <vt:lpstr>Critical Section Problem</vt:lpstr>
      <vt:lpstr>Critical Section</vt:lpstr>
      <vt:lpstr>Solution to Critical-Section Problem</vt:lpstr>
      <vt:lpstr>Solution (cont.)</vt:lpstr>
      <vt:lpstr>Solution for two processes, P0 and P1 Software-based</vt:lpstr>
      <vt:lpstr>Solution for two processes (cont. )  Software-based</vt:lpstr>
      <vt:lpstr>Solution for two processes (cont. )  Software-based</vt:lpstr>
      <vt:lpstr>Bakery Algorithm</vt:lpstr>
      <vt:lpstr>Bakery Algorithm (contd.)</vt:lpstr>
      <vt:lpstr>Synchronization Hardware</vt:lpstr>
      <vt:lpstr>Semaphore</vt:lpstr>
      <vt:lpstr>Semaphore Usage</vt:lpstr>
      <vt:lpstr>Semaphore Implementation</vt:lpstr>
      <vt:lpstr>Semaphore Implementation with no Busy waiting </vt:lpstr>
      <vt:lpstr>Implementation with no Busy waiting (Cont.)</vt:lpstr>
      <vt:lpstr>Classical Problems of Synchronization</vt:lpstr>
      <vt:lpstr>Bounded-Buffer Problem</vt:lpstr>
      <vt:lpstr>Bounded Buffer Problem (Cont.)</vt:lpstr>
      <vt:lpstr>Bounded Buffer Problem (Cont.)</vt:lpstr>
      <vt:lpstr>Readers-Writers Problem</vt:lpstr>
      <vt:lpstr>Readers-Writers Problem (Cont.)</vt:lpstr>
      <vt:lpstr>Readers-Writers Problem (Cont.)</vt:lpstr>
      <vt:lpstr>Dining-Philosophers Problem</vt:lpstr>
      <vt:lpstr>Problems with Semaphores</vt:lpstr>
      <vt:lpstr>Monitors</vt:lpstr>
      <vt:lpstr>Schematic view of a Monitor</vt:lpstr>
      <vt:lpstr> Monitor with Condition Variables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Samantha Rajapaksha</dc:creator>
  <cp:lastModifiedBy>Sanvitha Kasthuriarachchi</cp:lastModifiedBy>
  <cp:revision>50</cp:revision>
  <dcterms:created xsi:type="dcterms:W3CDTF">2019-01-23T09:30:27Z</dcterms:created>
  <dcterms:modified xsi:type="dcterms:W3CDTF">2024-04-21T06:35:56Z</dcterms:modified>
</cp:coreProperties>
</file>